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Masters/slideMaster13.xml" ContentType="application/vnd.openxmlformats-officedocument.presentationml.slideMaster+xml"/>
  <Override PartName="/ppt/slideMasters/slideMaster14.xml" ContentType="application/vnd.openxmlformats-officedocument.presentationml.slideMaster+xml"/>
  <Override PartName="/ppt/slideMasters/slideMaster15.xml" ContentType="application/vnd.openxmlformats-officedocument.presentationml.slideMaster+xml"/>
  <Override PartName="/ppt/slideMasters/slideMaster16.xml" ContentType="application/vnd.openxmlformats-officedocument.presentationml.slideMaster+xml"/>
  <Override PartName="/ppt/slideMasters/slideMaster17.xml" ContentType="application/vnd.openxmlformats-officedocument.presentationml.slideMaster+xml"/>
  <Override PartName="/ppt/slideMasters/slideMaster18.xml" ContentType="application/vnd.openxmlformats-officedocument.presentationml.slideMaster+xml"/>
  <Override PartName="/ppt/slideMasters/slideMaster19.xml" ContentType="application/vnd.openxmlformats-officedocument.presentationml.slideMaster+xml"/>
  <Override PartName="/ppt/slideMasters/slideMaster20.xml" ContentType="application/vnd.openxmlformats-officedocument.presentationml.slideMaster+xml"/>
  <Override PartName="/ppt/slideMasters/slideMaster21.xml" ContentType="application/vnd.openxmlformats-officedocument.presentationml.slideMaster+xml"/>
  <Override PartName="/ppt/slideMasters/slideMaster22.xml" ContentType="application/vnd.openxmlformats-officedocument.presentationml.slideMaster+xml"/>
  <Override PartName="/ppt/slideMasters/slideMaster23.xml" ContentType="application/vnd.openxmlformats-officedocument.presentationml.slideMaster+xml"/>
  <Override PartName="/ppt/slideMasters/slideMaster24.xml" ContentType="application/vnd.openxmlformats-officedocument.presentationml.slideMaster+xml"/>
  <Override PartName="/ppt/slideMasters/slideMaster25.xml" ContentType="application/vnd.openxmlformats-officedocument.presentationml.slideMaster+xml"/>
  <Override PartName="/ppt/slideMasters/slideMaster26.xml" ContentType="application/vnd.openxmlformats-officedocument.presentationml.slideMaster+xml"/>
  <Override PartName="/ppt/slideMasters/slideMaster27.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slideLayouts/slideLayout3.xml" ContentType="application/vnd.openxmlformats-officedocument.presentationml.slideLayout+xml"/>
  <Override PartName="/ppt/theme/theme3.xml" ContentType="application/vnd.openxmlformats-officedocument.theme+xml"/>
  <Override PartName="/ppt/slideLayouts/slideLayout4.xml" ContentType="application/vnd.openxmlformats-officedocument.presentationml.slideLayout+xml"/>
  <Override PartName="/ppt/theme/theme4.xml" ContentType="application/vnd.openxmlformats-officedocument.theme+xml"/>
  <Override PartName="/ppt/slideLayouts/slideLayout5.xml" ContentType="application/vnd.openxmlformats-officedocument.presentationml.slideLayout+xml"/>
  <Override PartName="/ppt/theme/theme5.xml" ContentType="application/vnd.openxmlformats-officedocument.theme+xml"/>
  <Override PartName="/ppt/slideLayouts/slideLayout6.xml" ContentType="application/vnd.openxmlformats-officedocument.presentationml.slideLayout+xml"/>
  <Override PartName="/ppt/theme/theme6.xml" ContentType="application/vnd.openxmlformats-officedocument.theme+xml"/>
  <Override PartName="/ppt/slideLayouts/slideLayout7.xml" ContentType="application/vnd.openxmlformats-officedocument.presentationml.slideLayout+xml"/>
  <Override PartName="/ppt/theme/theme7.xml" ContentType="application/vnd.openxmlformats-officedocument.theme+xml"/>
  <Override PartName="/ppt/slideLayouts/slideLayout8.xml" ContentType="application/vnd.openxmlformats-officedocument.presentationml.slideLayout+xml"/>
  <Override PartName="/ppt/theme/theme8.xml" ContentType="application/vnd.openxmlformats-officedocument.theme+xml"/>
  <Override PartName="/ppt/slideLayouts/slideLayout9.xml" ContentType="application/vnd.openxmlformats-officedocument.presentationml.slideLayout+xml"/>
  <Override PartName="/ppt/theme/theme9.xml" ContentType="application/vnd.openxmlformats-officedocument.theme+xml"/>
  <Override PartName="/ppt/slideLayouts/slideLayout10.xml" ContentType="application/vnd.openxmlformats-officedocument.presentationml.slideLayout+xml"/>
  <Override PartName="/ppt/theme/theme10.xml" ContentType="application/vnd.openxmlformats-officedocument.theme+xml"/>
  <Override PartName="/ppt/slideLayouts/slideLayout11.xml" ContentType="application/vnd.openxmlformats-officedocument.presentationml.slideLayout+xml"/>
  <Override PartName="/ppt/theme/theme11.xml" ContentType="application/vnd.openxmlformats-officedocument.theme+xml"/>
  <Override PartName="/ppt/slideLayouts/slideLayout12.xml" ContentType="application/vnd.openxmlformats-officedocument.presentationml.slideLayout+xml"/>
  <Override PartName="/ppt/theme/theme12.xml" ContentType="application/vnd.openxmlformats-officedocument.theme+xml"/>
  <Override PartName="/ppt/slideLayouts/slideLayout13.xml" ContentType="application/vnd.openxmlformats-officedocument.presentationml.slideLayout+xml"/>
  <Override PartName="/ppt/theme/theme13.xml" ContentType="application/vnd.openxmlformats-officedocument.theme+xml"/>
  <Override PartName="/ppt/slideLayouts/slideLayout14.xml" ContentType="application/vnd.openxmlformats-officedocument.presentationml.slideLayout+xml"/>
  <Override PartName="/ppt/theme/theme14.xml" ContentType="application/vnd.openxmlformats-officedocument.theme+xml"/>
  <Override PartName="/ppt/slideLayouts/slideLayout15.xml" ContentType="application/vnd.openxmlformats-officedocument.presentationml.slideLayout+xml"/>
  <Override PartName="/ppt/theme/theme15.xml" ContentType="application/vnd.openxmlformats-officedocument.theme+xml"/>
  <Override PartName="/ppt/slideLayouts/slideLayout16.xml" ContentType="application/vnd.openxmlformats-officedocument.presentationml.slideLayout+xml"/>
  <Override PartName="/ppt/theme/theme16.xml" ContentType="application/vnd.openxmlformats-officedocument.theme+xml"/>
  <Override PartName="/ppt/slideLayouts/slideLayout17.xml" ContentType="application/vnd.openxmlformats-officedocument.presentationml.slideLayout+xml"/>
  <Override PartName="/ppt/theme/theme17.xml" ContentType="application/vnd.openxmlformats-officedocument.theme+xml"/>
  <Override PartName="/ppt/slideLayouts/slideLayout18.xml" ContentType="application/vnd.openxmlformats-officedocument.presentationml.slideLayout+xml"/>
  <Override PartName="/ppt/theme/theme18.xml" ContentType="application/vnd.openxmlformats-officedocument.theme+xml"/>
  <Override PartName="/ppt/slideLayouts/slideLayout19.xml" ContentType="application/vnd.openxmlformats-officedocument.presentationml.slideLayout+xml"/>
  <Override PartName="/ppt/theme/theme19.xml" ContentType="application/vnd.openxmlformats-officedocument.theme+xml"/>
  <Override PartName="/ppt/slideLayouts/slideLayout20.xml" ContentType="application/vnd.openxmlformats-officedocument.presentationml.slideLayout+xml"/>
  <Override PartName="/ppt/theme/theme20.xml" ContentType="application/vnd.openxmlformats-officedocument.theme+xml"/>
  <Override PartName="/ppt/slideLayouts/slideLayout21.xml" ContentType="application/vnd.openxmlformats-officedocument.presentationml.slideLayout+xml"/>
  <Override PartName="/ppt/theme/theme21.xml" ContentType="application/vnd.openxmlformats-officedocument.theme+xml"/>
  <Override PartName="/ppt/slideLayouts/slideLayout22.xml" ContentType="application/vnd.openxmlformats-officedocument.presentationml.slideLayout+xml"/>
  <Override PartName="/ppt/theme/theme2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theme/theme23.xml" ContentType="application/vnd.openxmlformats-officedocument.theme+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theme/theme24.xml" ContentType="application/vnd.openxmlformats-officedocument.theme+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theme/theme25.xml" ContentType="application/vnd.openxmlformats-officedocument.theme+xml"/>
  <Override PartName="/ppt/slideLayouts/slideLayout44.xml" ContentType="application/vnd.openxmlformats-officedocument.presentationml.slideLayout+xml"/>
  <Override PartName="/ppt/theme/theme26.xml" ContentType="application/vnd.openxmlformats-officedocument.theme+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theme/theme27.xml" ContentType="application/vnd.openxmlformats-officedocument.theme+xml"/>
  <Override PartName="/ppt/theme/theme28.xml" ContentType="application/vnd.openxmlformats-officedocument.theme+xml"/>
  <Override PartName="/ppt/theme/theme29.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7" r:id="rId4"/>
    <p:sldMasterId id="2147483669" r:id="rId5"/>
    <p:sldMasterId id="2147483673" r:id="rId6"/>
    <p:sldMasterId id="2147483675" r:id="rId7"/>
    <p:sldMasterId id="2147483677" r:id="rId8"/>
    <p:sldMasterId id="2147483679" r:id="rId9"/>
    <p:sldMasterId id="2147483681" r:id="rId10"/>
    <p:sldMasterId id="2147483683" r:id="rId11"/>
    <p:sldMasterId id="2147483710" r:id="rId12"/>
    <p:sldMasterId id="2147483712" r:id="rId13"/>
    <p:sldMasterId id="2147483714" r:id="rId14"/>
    <p:sldMasterId id="2147483716" r:id="rId15"/>
    <p:sldMasterId id="2147483718" r:id="rId16"/>
    <p:sldMasterId id="2147483720" r:id="rId17"/>
    <p:sldMasterId id="2147483722" r:id="rId18"/>
    <p:sldMasterId id="2147483724" r:id="rId19"/>
    <p:sldMasterId id="2147483726" r:id="rId20"/>
    <p:sldMasterId id="2147483730" r:id="rId21"/>
    <p:sldMasterId id="2147483732" r:id="rId22"/>
    <p:sldMasterId id="2147483734" r:id="rId23"/>
    <p:sldMasterId id="2147483736" r:id="rId24"/>
    <p:sldMasterId id="2147483738" r:id="rId25"/>
    <p:sldMasterId id="2147483650" r:id="rId26"/>
    <p:sldMasterId id="2147483663" r:id="rId27"/>
    <p:sldMasterId id="2147483659" r:id="rId28"/>
    <p:sldMasterId id="2147483687" r:id="rId29"/>
    <p:sldMasterId id="2147483740" r:id="rId30"/>
  </p:sldMasterIdLst>
  <p:notesMasterIdLst>
    <p:notesMasterId r:id="rId59"/>
  </p:notesMasterIdLst>
  <p:handoutMasterIdLst>
    <p:handoutMasterId r:id="rId60"/>
  </p:handoutMasterIdLst>
  <p:sldIdLst>
    <p:sldId id="265" r:id="rId31"/>
    <p:sldId id="267" r:id="rId32"/>
    <p:sldId id="271" r:id="rId33"/>
    <p:sldId id="275" r:id="rId34"/>
    <p:sldId id="266" r:id="rId35"/>
    <p:sldId id="277" r:id="rId36"/>
    <p:sldId id="280" r:id="rId37"/>
    <p:sldId id="284" r:id="rId38"/>
    <p:sldId id="285" r:id="rId39"/>
    <p:sldId id="291" r:id="rId40"/>
    <p:sldId id="270" r:id="rId41"/>
    <p:sldId id="279" r:id="rId42"/>
    <p:sldId id="281" r:id="rId43"/>
    <p:sldId id="288" r:id="rId44"/>
    <p:sldId id="259" r:id="rId45"/>
    <p:sldId id="276" r:id="rId46"/>
    <p:sldId id="282" r:id="rId47"/>
    <p:sldId id="286" r:id="rId48"/>
    <p:sldId id="292" r:id="rId49"/>
    <p:sldId id="272" r:id="rId50"/>
    <p:sldId id="290" r:id="rId51"/>
    <p:sldId id="268" r:id="rId52"/>
    <p:sldId id="273" r:id="rId53"/>
    <p:sldId id="274" r:id="rId54"/>
    <p:sldId id="278" r:id="rId55"/>
    <p:sldId id="283" r:id="rId56"/>
    <p:sldId id="287" r:id="rId57"/>
    <p:sldId id="289" r:id="rId58"/>
  </p:sldIdLst>
  <p:sldSz cx="12192000" cy="6858000"/>
  <p:notesSz cx="6858000" cy="9144000"/>
  <p:defaultTextStyle>
    <a:defPPr>
      <a:defRPr lang="en-US"/>
    </a:defPPr>
    <a:lvl1pPr algn="l" rtl="0" eaLnBrk="0" fontAlgn="base" hangingPunct="0">
      <a:spcBef>
        <a:spcPct val="0"/>
      </a:spcBef>
      <a:spcAft>
        <a:spcPct val="0"/>
      </a:spcAft>
      <a:defRPr kern="1200">
        <a:solidFill>
          <a:schemeClr val="tx1"/>
        </a:solidFill>
        <a:latin typeface="Calibri" charset="0"/>
        <a:ea typeface="+mn-ea"/>
        <a:cs typeface="+mn-cs"/>
      </a:defRPr>
    </a:lvl1pPr>
    <a:lvl2pPr marL="457200" algn="l" rtl="0" eaLnBrk="0" fontAlgn="base" hangingPunct="0">
      <a:spcBef>
        <a:spcPct val="0"/>
      </a:spcBef>
      <a:spcAft>
        <a:spcPct val="0"/>
      </a:spcAft>
      <a:defRPr kern="1200">
        <a:solidFill>
          <a:schemeClr val="tx1"/>
        </a:solidFill>
        <a:latin typeface="Calibri" charset="0"/>
        <a:ea typeface="+mn-ea"/>
        <a:cs typeface="+mn-cs"/>
      </a:defRPr>
    </a:lvl2pPr>
    <a:lvl3pPr marL="914400" algn="l" rtl="0" eaLnBrk="0" fontAlgn="base" hangingPunct="0">
      <a:spcBef>
        <a:spcPct val="0"/>
      </a:spcBef>
      <a:spcAft>
        <a:spcPct val="0"/>
      </a:spcAft>
      <a:defRPr kern="1200">
        <a:solidFill>
          <a:schemeClr val="tx1"/>
        </a:solidFill>
        <a:latin typeface="Calibri" charset="0"/>
        <a:ea typeface="+mn-ea"/>
        <a:cs typeface="+mn-cs"/>
      </a:defRPr>
    </a:lvl3pPr>
    <a:lvl4pPr marL="1371600" algn="l" rtl="0" eaLnBrk="0" fontAlgn="base" hangingPunct="0">
      <a:spcBef>
        <a:spcPct val="0"/>
      </a:spcBef>
      <a:spcAft>
        <a:spcPct val="0"/>
      </a:spcAft>
      <a:defRPr kern="1200">
        <a:solidFill>
          <a:schemeClr val="tx1"/>
        </a:solidFill>
        <a:latin typeface="Calibri" charset="0"/>
        <a:ea typeface="+mn-ea"/>
        <a:cs typeface="+mn-cs"/>
      </a:defRPr>
    </a:lvl4pPr>
    <a:lvl5pPr marL="1828800" algn="l" rtl="0" eaLnBrk="0" fontAlgn="base" hangingPunct="0">
      <a:spcBef>
        <a:spcPct val="0"/>
      </a:spcBef>
      <a:spcAft>
        <a:spcPct val="0"/>
      </a:spcAft>
      <a:defRPr kern="1200">
        <a:solidFill>
          <a:schemeClr val="tx1"/>
        </a:solidFill>
        <a:latin typeface="Calibri" charset="0"/>
        <a:ea typeface="+mn-ea"/>
        <a:cs typeface="+mn-cs"/>
      </a:defRPr>
    </a:lvl5pPr>
    <a:lvl6pPr marL="2286000" algn="l" defTabSz="914400" rtl="0" eaLnBrk="1" latinLnBrk="0" hangingPunct="1">
      <a:defRPr kern="1200">
        <a:solidFill>
          <a:schemeClr val="tx1"/>
        </a:solidFill>
        <a:latin typeface="Calibri" charset="0"/>
        <a:ea typeface="+mn-ea"/>
        <a:cs typeface="+mn-cs"/>
      </a:defRPr>
    </a:lvl6pPr>
    <a:lvl7pPr marL="2743200" algn="l" defTabSz="914400" rtl="0" eaLnBrk="1" latinLnBrk="0" hangingPunct="1">
      <a:defRPr kern="1200">
        <a:solidFill>
          <a:schemeClr val="tx1"/>
        </a:solidFill>
        <a:latin typeface="Calibri" charset="0"/>
        <a:ea typeface="+mn-ea"/>
        <a:cs typeface="+mn-cs"/>
      </a:defRPr>
    </a:lvl7pPr>
    <a:lvl8pPr marL="3200400" algn="l" defTabSz="914400" rtl="0" eaLnBrk="1" latinLnBrk="0" hangingPunct="1">
      <a:defRPr kern="1200">
        <a:solidFill>
          <a:schemeClr val="tx1"/>
        </a:solidFill>
        <a:latin typeface="Calibri" charset="0"/>
        <a:ea typeface="+mn-ea"/>
        <a:cs typeface="+mn-cs"/>
      </a:defRPr>
    </a:lvl8pPr>
    <a:lvl9pPr marL="3657600" algn="l" defTabSz="914400" rtl="0" eaLnBrk="1" latinLnBrk="0" hangingPunct="1">
      <a:defRPr kern="1200">
        <a:solidFill>
          <a:schemeClr val="tx1"/>
        </a:solidFill>
        <a:latin typeface="Calibri" charset="0"/>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browse/>
    <p:sldAll/>
    <p:penClr>
      <a:prstClr val="red"/>
    </p:penClr>
    <p:extLst>
      <p:ext uri="{EC167BDD-8182-4AB7-AECC-EB403E3ABB37}">
        <p14:laserClr xmlns:p14="http://schemas.microsoft.com/office/powerpoint/2010/main">
          <a:srgbClr val="000000"/>
        </p14:laserClr>
      </p:ext>
      <p:ext uri="{2FDB2607-1784-4EEB-B798-7EB5836EED8A}">
        <p14:showMediaCtrls xmlns:p14="http://schemas.microsoft.com/office/powerpoint/2010/main" val="1"/>
      </p:ext>
    </p:extLst>
  </p:showPr>
  <p:clrMru>
    <a:srgbClr val="D6000D"/>
    <a:srgbClr val="FFCC00"/>
    <a:srgbClr val="00AFAB"/>
    <a:srgbClr val="004D7E"/>
    <a:srgbClr val="2F2F2F"/>
    <a:srgbClr val="F2F2F2"/>
    <a:srgbClr val="404040"/>
    <a:srgbClr val="669933"/>
    <a:srgbClr val="007166"/>
    <a:srgbClr val="AC004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310"/>
    <p:restoredTop sz="94658"/>
  </p:normalViewPr>
  <p:slideViewPr>
    <p:cSldViewPr snapToGrid="0" snapToObjects="1">
      <p:cViewPr varScale="1">
        <p:scale>
          <a:sx n="78" d="100"/>
          <a:sy n="78" d="100"/>
        </p:scale>
        <p:origin x="682" y="62"/>
      </p:cViewPr>
      <p:guideLst/>
    </p:cSldViewPr>
  </p:slideViewPr>
  <p:notesTextViewPr>
    <p:cViewPr>
      <p:scale>
        <a:sx n="1" d="1"/>
        <a:sy n="1" d="1"/>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Master" Target="slideMasters/slideMaster10.xml"/><Relationship Id="rId18" Type="http://schemas.openxmlformats.org/officeDocument/2006/relationships/slideMaster" Target="slideMasters/slideMaster15.xml"/><Relationship Id="rId26" Type="http://schemas.openxmlformats.org/officeDocument/2006/relationships/slideMaster" Target="slideMasters/slideMaster23.xml"/><Relationship Id="rId39" Type="http://schemas.openxmlformats.org/officeDocument/2006/relationships/slide" Target="slides/slide9.xml"/><Relationship Id="rId21" Type="http://schemas.openxmlformats.org/officeDocument/2006/relationships/slideMaster" Target="slideMasters/slideMaster18.xml"/><Relationship Id="rId34" Type="http://schemas.openxmlformats.org/officeDocument/2006/relationships/slide" Target="slides/slide4.xml"/><Relationship Id="rId42" Type="http://schemas.openxmlformats.org/officeDocument/2006/relationships/slide" Target="slides/slide12.xml"/><Relationship Id="rId47" Type="http://schemas.openxmlformats.org/officeDocument/2006/relationships/slide" Target="slides/slide17.xml"/><Relationship Id="rId50" Type="http://schemas.openxmlformats.org/officeDocument/2006/relationships/slide" Target="slides/slide20.xml"/><Relationship Id="rId55" Type="http://schemas.openxmlformats.org/officeDocument/2006/relationships/slide" Target="slides/slide25.xml"/><Relationship Id="rId63" Type="http://schemas.openxmlformats.org/officeDocument/2006/relationships/theme" Target="theme/theme1.xml"/><Relationship Id="rId7" Type="http://schemas.openxmlformats.org/officeDocument/2006/relationships/slideMaster" Target="slideMasters/slideMaster4.xml"/><Relationship Id="rId2" Type="http://schemas.openxmlformats.org/officeDocument/2006/relationships/customXml" Target="../customXml/item2.xml"/><Relationship Id="rId16" Type="http://schemas.openxmlformats.org/officeDocument/2006/relationships/slideMaster" Target="slideMasters/slideMaster13.xml"/><Relationship Id="rId29" Type="http://schemas.openxmlformats.org/officeDocument/2006/relationships/slideMaster" Target="slideMasters/slideMaster26.xml"/><Relationship Id="rId11" Type="http://schemas.openxmlformats.org/officeDocument/2006/relationships/slideMaster" Target="slideMasters/slideMaster8.xml"/><Relationship Id="rId24" Type="http://schemas.openxmlformats.org/officeDocument/2006/relationships/slideMaster" Target="slideMasters/slideMaster21.xml"/><Relationship Id="rId32" Type="http://schemas.openxmlformats.org/officeDocument/2006/relationships/slide" Target="slides/slide2.xml"/><Relationship Id="rId37" Type="http://schemas.openxmlformats.org/officeDocument/2006/relationships/slide" Target="slides/slide7.xml"/><Relationship Id="rId40" Type="http://schemas.openxmlformats.org/officeDocument/2006/relationships/slide" Target="slides/slide10.xml"/><Relationship Id="rId45" Type="http://schemas.openxmlformats.org/officeDocument/2006/relationships/slide" Target="slides/slide15.xml"/><Relationship Id="rId53" Type="http://schemas.openxmlformats.org/officeDocument/2006/relationships/slide" Target="slides/slide23.xml"/><Relationship Id="rId58" Type="http://schemas.openxmlformats.org/officeDocument/2006/relationships/slide" Target="slides/slide28.xml"/><Relationship Id="rId5" Type="http://schemas.openxmlformats.org/officeDocument/2006/relationships/slideMaster" Target="slideMasters/slideMaster2.xml"/><Relationship Id="rId61" Type="http://schemas.openxmlformats.org/officeDocument/2006/relationships/presProps" Target="presProps.xml"/><Relationship Id="rId19" Type="http://schemas.openxmlformats.org/officeDocument/2006/relationships/slideMaster" Target="slideMasters/slideMaster16.xml"/><Relationship Id="rId14" Type="http://schemas.openxmlformats.org/officeDocument/2006/relationships/slideMaster" Target="slideMasters/slideMaster11.xml"/><Relationship Id="rId22" Type="http://schemas.openxmlformats.org/officeDocument/2006/relationships/slideMaster" Target="slideMasters/slideMaster19.xml"/><Relationship Id="rId27" Type="http://schemas.openxmlformats.org/officeDocument/2006/relationships/slideMaster" Target="slideMasters/slideMaster24.xml"/><Relationship Id="rId30" Type="http://schemas.openxmlformats.org/officeDocument/2006/relationships/slideMaster" Target="slideMasters/slideMaster27.xml"/><Relationship Id="rId35" Type="http://schemas.openxmlformats.org/officeDocument/2006/relationships/slide" Target="slides/slide5.xml"/><Relationship Id="rId43" Type="http://schemas.openxmlformats.org/officeDocument/2006/relationships/slide" Target="slides/slide13.xml"/><Relationship Id="rId48" Type="http://schemas.openxmlformats.org/officeDocument/2006/relationships/slide" Target="slides/slide18.xml"/><Relationship Id="rId56" Type="http://schemas.openxmlformats.org/officeDocument/2006/relationships/slide" Target="slides/slide26.xml"/><Relationship Id="rId64" Type="http://schemas.openxmlformats.org/officeDocument/2006/relationships/tableStyles" Target="tableStyles.xml"/><Relationship Id="rId8" Type="http://schemas.openxmlformats.org/officeDocument/2006/relationships/slideMaster" Target="slideMasters/slideMaster5.xml"/><Relationship Id="rId51" Type="http://schemas.openxmlformats.org/officeDocument/2006/relationships/slide" Target="slides/slide21.xml"/><Relationship Id="rId3" Type="http://schemas.openxmlformats.org/officeDocument/2006/relationships/customXml" Target="../customXml/item3.xml"/><Relationship Id="rId12" Type="http://schemas.openxmlformats.org/officeDocument/2006/relationships/slideMaster" Target="slideMasters/slideMaster9.xml"/><Relationship Id="rId17" Type="http://schemas.openxmlformats.org/officeDocument/2006/relationships/slideMaster" Target="slideMasters/slideMaster14.xml"/><Relationship Id="rId25" Type="http://schemas.openxmlformats.org/officeDocument/2006/relationships/slideMaster" Target="slideMasters/slideMaster22.xml"/><Relationship Id="rId33" Type="http://schemas.openxmlformats.org/officeDocument/2006/relationships/slide" Target="slides/slide3.xml"/><Relationship Id="rId38" Type="http://schemas.openxmlformats.org/officeDocument/2006/relationships/slide" Target="slides/slide8.xml"/><Relationship Id="rId46" Type="http://schemas.openxmlformats.org/officeDocument/2006/relationships/slide" Target="slides/slide16.xml"/><Relationship Id="rId59" Type="http://schemas.openxmlformats.org/officeDocument/2006/relationships/notesMaster" Target="notesMasters/notesMaster1.xml"/><Relationship Id="rId20" Type="http://schemas.openxmlformats.org/officeDocument/2006/relationships/slideMaster" Target="slideMasters/slideMaster17.xml"/><Relationship Id="rId41" Type="http://schemas.openxmlformats.org/officeDocument/2006/relationships/slide" Target="slides/slide11.xml"/><Relationship Id="rId54" Type="http://schemas.openxmlformats.org/officeDocument/2006/relationships/slide" Target="slides/slide24.xml"/><Relationship Id="rId62"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Master" Target="slideMasters/slideMaster12.xml"/><Relationship Id="rId23" Type="http://schemas.openxmlformats.org/officeDocument/2006/relationships/slideMaster" Target="slideMasters/slideMaster20.xml"/><Relationship Id="rId28" Type="http://schemas.openxmlformats.org/officeDocument/2006/relationships/slideMaster" Target="slideMasters/slideMaster25.xml"/><Relationship Id="rId36" Type="http://schemas.openxmlformats.org/officeDocument/2006/relationships/slide" Target="slides/slide6.xml"/><Relationship Id="rId49" Type="http://schemas.openxmlformats.org/officeDocument/2006/relationships/slide" Target="slides/slide19.xml"/><Relationship Id="rId57" Type="http://schemas.openxmlformats.org/officeDocument/2006/relationships/slide" Target="slides/slide27.xml"/><Relationship Id="rId10" Type="http://schemas.openxmlformats.org/officeDocument/2006/relationships/slideMaster" Target="slideMasters/slideMaster7.xml"/><Relationship Id="rId31" Type="http://schemas.openxmlformats.org/officeDocument/2006/relationships/slide" Target="slides/slide1.xml"/><Relationship Id="rId44" Type="http://schemas.openxmlformats.org/officeDocument/2006/relationships/slide" Target="slides/slide14.xml"/><Relationship Id="rId52" Type="http://schemas.openxmlformats.org/officeDocument/2006/relationships/slide" Target="slides/slide22.xml"/><Relationship Id="rId60"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Master" Target="slideMasters/slideMaster6.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29.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eaLnBrk="1" fontAlgn="auto" hangingPunct="1">
              <a:spcBef>
                <a:spcPts val="0"/>
              </a:spcBef>
              <a:spcAft>
                <a:spcPts val="0"/>
              </a:spcAft>
              <a:defRPr sz="1200">
                <a:latin typeface="+mn-lt"/>
              </a:defRPr>
            </a:lvl1pPr>
          </a:lstStyle>
          <a:p>
            <a:pPr>
              <a:defRPr/>
            </a:pPr>
            <a:endParaRPr lang="en-US" dirty="0"/>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eaLnBrk="1" fontAlgn="auto" hangingPunct="1">
              <a:spcBef>
                <a:spcPts val="0"/>
              </a:spcBef>
              <a:spcAft>
                <a:spcPts val="0"/>
              </a:spcAft>
              <a:defRPr sz="1200">
                <a:latin typeface="+mn-lt"/>
              </a:defRPr>
            </a:lvl1pPr>
          </a:lstStyle>
          <a:p>
            <a:pPr>
              <a:defRPr/>
            </a:pPr>
            <a:fld id="{D0432C15-F8AF-0B40-982F-0BA5A29FB15A}" type="datetimeFigureOut">
              <a:rPr lang="en-US"/>
              <a:pPr>
                <a:defRPr/>
              </a:pPr>
              <a:t>8/20/2026</a:t>
            </a:fld>
            <a:endParaRPr lang="en-US" dirty="0"/>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defRPr>
            </a:lvl1pPr>
          </a:lstStyle>
          <a:p>
            <a:pPr>
              <a:defRPr/>
            </a:pPr>
            <a:endParaRPr lang="en-US" dirty="0"/>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eaLnBrk="1" fontAlgn="auto" hangingPunct="1">
              <a:spcBef>
                <a:spcPts val="0"/>
              </a:spcBef>
              <a:spcAft>
                <a:spcPts val="0"/>
              </a:spcAft>
              <a:defRPr sz="1200">
                <a:latin typeface="+mn-lt"/>
              </a:defRPr>
            </a:lvl1pPr>
          </a:lstStyle>
          <a:p>
            <a:pPr>
              <a:defRPr/>
            </a:pPr>
            <a:fld id="{598FE1A4-D884-6E4C-AEAD-70AA9EC7F5E7}" type="slidenum">
              <a:rPr lang="en-US"/>
              <a:pPr>
                <a:defRPr/>
              </a:pPr>
              <a:t>‹#›</a:t>
            </a:fld>
            <a:endParaRPr lang="en-US" dirty="0"/>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8.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eaLnBrk="1" fontAlgn="auto" hangingPunct="1">
              <a:spcBef>
                <a:spcPts val="0"/>
              </a:spcBef>
              <a:spcAft>
                <a:spcPts val="0"/>
              </a:spcAft>
              <a:defRPr sz="1200">
                <a:latin typeface="+mn-lt"/>
              </a:defRPr>
            </a:lvl1pPr>
          </a:lstStyle>
          <a:p>
            <a:pPr>
              <a:defRPr/>
            </a:pPr>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eaLnBrk="1" fontAlgn="auto" hangingPunct="1">
              <a:spcBef>
                <a:spcPts val="0"/>
              </a:spcBef>
              <a:spcAft>
                <a:spcPts val="0"/>
              </a:spcAft>
              <a:defRPr sz="1200">
                <a:latin typeface="+mn-lt"/>
              </a:defRPr>
            </a:lvl1pPr>
          </a:lstStyle>
          <a:p>
            <a:pPr>
              <a:defRPr/>
            </a:pPr>
            <a:fld id="{F1E9AA2F-938E-F049-85F2-A4CAC9B6B12F}" type="datetimeFigureOut">
              <a:rPr lang="en-US"/>
              <a:pPr>
                <a:defRPr/>
              </a:pPr>
              <a:t>8/20/2026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lvl="0"/>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defRPr>
            </a:lvl1pPr>
          </a:lstStyle>
          <a:p>
            <a:pPr>
              <a:defRPr/>
            </a:pPr>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eaLnBrk="1" fontAlgn="auto" hangingPunct="1">
              <a:spcBef>
                <a:spcPts val="0"/>
              </a:spcBef>
              <a:spcAft>
                <a:spcPts val="0"/>
              </a:spcAft>
              <a:defRPr sz="1200">
                <a:latin typeface="+mn-lt"/>
              </a:defRPr>
            </a:lvl1pPr>
          </a:lstStyle>
          <a:p>
            <a:pPr>
              <a:defRPr/>
            </a:pPr>
            <a:fld id="{9DE3D785-C6DD-2548-8DEA-9BB48BF05F84}" type="slidenum">
              <a:rPr lang="en-US"/>
              <a:pPr>
                <a:defRPr/>
              </a:pPr>
              <a:t>‹#›</a:t>
            </a:fld>
            <a:endParaRPr lang="en-US" dirty="0"/>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Master" Target="../slideMasters/slideMaster23.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Master" Target="../slideMasters/slideMaster23.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Master" Target="../slideMasters/slideMaster23.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Master" Target="../slideMasters/slideMaster23.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Master" Target="../slideMasters/slideMaster23.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Master" Target="../slideMasters/slideMaster23.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Master" Target="../slideMasters/slideMaster23.xml"/><Relationship Id="rId4" Type="http://schemas.openxmlformats.org/officeDocument/2006/relationships/image" Target="../media/image25.png"/></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23.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Master" Target="../slideMasters/slideMaster24.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Master" Target="../slideMasters/slideMaster24.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Master" Target="../slideMasters/slideMaster24.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Master" Target="../slideMasters/slideMaster24.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Master" Target="../slideMasters/slideMaster24.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Master" Target="../slideMasters/slideMaster24.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Master" Target="../slideMasters/slideMaster24.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Master" Target="../slideMasters/slideMaster25.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Master" Target="../slideMasters/slideMaster25.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Master" Target="../slideMasters/slideMaster25.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Master" Target="../slideMasters/slideMaster25.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Master" Target="../slideMasters/slideMaster25.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8.jpeg"/><Relationship Id="rId1" Type="http://schemas.openxmlformats.org/officeDocument/2006/relationships/slideMaster" Target="../slideMasters/slideMaster25.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Master" Target="../slideMasters/slideMaster26.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Master" Target="../slideMasters/slideMaster27.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Master" Target="../slideMasters/slideMaster27.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Master" Target="../slideMasters/slideMaster27.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Master" Target="../slideMasters/slideMaster27.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Master" Target="../slideMasters/slideMaster27.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AHSS opener">
    <p:spTree>
      <p:nvGrpSpPr>
        <p:cNvPr id="1" name=""/>
        <p:cNvGrpSpPr/>
        <p:nvPr/>
      </p:nvGrpSpPr>
      <p:grpSpPr>
        <a:xfrm>
          <a:off x="0" y="0"/>
          <a:ext cx="0" cy="0"/>
          <a:chOff x="0" y="0"/>
          <a:chExt cx="0" cy="0"/>
        </a:xfrm>
      </p:grpSpPr>
    </p:spTree>
  </p:cSld>
  <p:clrMapOvr>
    <a:masterClrMapping/>
  </p:clrMapOvr>
  <p:transition spd="slow"/>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ECIT opener">
    <p:spTree>
      <p:nvGrpSpPr>
        <p:cNvPr id="1" name=""/>
        <p:cNvGrpSpPr/>
        <p:nvPr/>
      </p:nvGrpSpPr>
      <p:grpSpPr>
        <a:xfrm>
          <a:off x="0" y="0"/>
          <a:ext cx="0" cy="0"/>
          <a:chOff x="0" y="0"/>
          <a:chExt cx="0" cy="0"/>
        </a:xfrm>
      </p:grpSpPr>
    </p:spTree>
  </p:cSld>
  <p:clrMapOvr>
    <a:masterClrMapping/>
  </p:clrMapOvr>
  <p:transition spd="slow"/>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EPS opener">
    <p:spTree>
      <p:nvGrpSpPr>
        <p:cNvPr id="1" name=""/>
        <p:cNvGrpSpPr/>
        <p:nvPr/>
      </p:nvGrpSpPr>
      <p:grpSpPr>
        <a:xfrm>
          <a:off x="0" y="0"/>
          <a:ext cx="0" cy="0"/>
          <a:chOff x="0" y="0"/>
          <a:chExt cx="0" cy="0"/>
        </a:xfrm>
      </p:grpSpPr>
    </p:spTree>
  </p:cSld>
  <p:clrMapOvr>
    <a:masterClrMapping/>
  </p:clrMapOvr>
  <p:transition spd="slow"/>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GPSJ opener">
    <p:spTree>
      <p:nvGrpSpPr>
        <p:cNvPr id="1" name=""/>
        <p:cNvGrpSpPr/>
        <p:nvPr/>
      </p:nvGrpSpPr>
      <p:grpSpPr>
        <a:xfrm>
          <a:off x="0" y="0"/>
          <a:ext cx="0" cy="0"/>
          <a:chOff x="0" y="0"/>
          <a:chExt cx="0" cy="0"/>
        </a:xfrm>
      </p:grpSpPr>
    </p:spTree>
  </p:cSld>
  <p:clrMapOvr>
    <a:masterClrMapping/>
  </p:clrMapOvr>
  <p:transition spd="slow"/>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IGFS opener">
    <p:spTree>
      <p:nvGrpSpPr>
        <p:cNvPr id="1" name=""/>
        <p:cNvGrpSpPr/>
        <p:nvPr/>
      </p:nvGrpSpPr>
      <p:grpSpPr>
        <a:xfrm>
          <a:off x="0" y="0"/>
          <a:ext cx="0" cy="0"/>
          <a:chOff x="0" y="0"/>
          <a:chExt cx="0" cy="0"/>
        </a:xfrm>
      </p:grpSpPr>
    </p:spTree>
  </p:cSld>
  <p:clrMapOvr>
    <a:masterClrMapping/>
  </p:clrMapOvr>
  <p:transition spd="slow"/>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IHS opener">
    <p:spTree>
      <p:nvGrpSpPr>
        <p:cNvPr id="1" name=""/>
        <p:cNvGrpSpPr/>
        <p:nvPr/>
      </p:nvGrpSpPr>
      <p:grpSpPr>
        <a:xfrm>
          <a:off x="0" y="0"/>
          <a:ext cx="0" cy="0"/>
          <a:chOff x="0" y="0"/>
          <a:chExt cx="0" cy="0"/>
        </a:xfrm>
      </p:grpSpPr>
    </p:spTree>
  </p:cSld>
  <p:clrMapOvr>
    <a:masterClrMapping/>
  </p:clrMapOvr>
  <p:transition spd="slow"/>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MHLS opener">
    <p:spTree>
      <p:nvGrpSpPr>
        <p:cNvPr id="1" name=""/>
        <p:cNvGrpSpPr/>
        <p:nvPr/>
      </p:nvGrpSpPr>
      <p:grpSpPr>
        <a:xfrm>
          <a:off x="0" y="0"/>
          <a:ext cx="0" cy="0"/>
          <a:chOff x="0" y="0"/>
          <a:chExt cx="0" cy="0"/>
        </a:xfrm>
      </p:grpSpPr>
    </p:spTree>
  </p:cSld>
  <p:clrMapOvr>
    <a:masterClrMapping/>
  </p:clrMapOvr>
  <p:transition spd="slow"/>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MS opener">
    <p:spTree>
      <p:nvGrpSpPr>
        <p:cNvPr id="1" name=""/>
        <p:cNvGrpSpPr/>
        <p:nvPr/>
      </p:nvGrpSpPr>
      <p:grpSpPr>
        <a:xfrm>
          <a:off x="0" y="0"/>
          <a:ext cx="0" cy="0"/>
          <a:chOff x="0" y="0"/>
          <a:chExt cx="0" cy="0"/>
        </a:xfrm>
      </p:grpSpPr>
    </p:spTree>
  </p:cSld>
  <p:clrMapOvr>
    <a:masterClrMapping/>
  </p:clrMapOvr>
  <p:transition spd="slow"/>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AEL opener">
    <p:spTree>
      <p:nvGrpSpPr>
        <p:cNvPr id="1" name=""/>
        <p:cNvGrpSpPr/>
        <p:nvPr/>
      </p:nvGrpSpPr>
      <p:grpSpPr>
        <a:xfrm>
          <a:off x="0" y="0"/>
          <a:ext cx="0" cy="0"/>
          <a:chOff x="0" y="0"/>
          <a:chExt cx="0" cy="0"/>
        </a:xfrm>
      </p:grpSpPr>
    </p:spTree>
  </p:cSld>
  <p:clrMapOvr>
    <a:masterClrMapping/>
  </p:clrMapOvr>
  <p:transition spd="slow"/>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BS opener">
    <p:spTree>
      <p:nvGrpSpPr>
        <p:cNvPr id="1" name=""/>
        <p:cNvGrpSpPr/>
        <p:nvPr/>
      </p:nvGrpSpPr>
      <p:grpSpPr>
        <a:xfrm>
          <a:off x="0" y="0"/>
          <a:ext cx="0" cy="0"/>
          <a:chOff x="0" y="0"/>
          <a:chExt cx="0" cy="0"/>
        </a:xfrm>
      </p:grpSpPr>
    </p:spTree>
  </p:cSld>
  <p:clrMapOvr>
    <a:masterClrMapping/>
  </p:clrMapOvr>
  <p:transition spd="slow"/>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CE opener">
    <p:spTree>
      <p:nvGrpSpPr>
        <p:cNvPr id="1" name=""/>
        <p:cNvGrpSpPr/>
        <p:nvPr/>
      </p:nvGrpSpPr>
      <p:grpSpPr>
        <a:xfrm>
          <a:off x="0" y="0"/>
          <a:ext cx="0" cy="0"/>
          <a:chOff x="0" y="0"/>
          <a:chExt cx="0" cy="0"/>
        </a:xfrm>
      </p:grpSpPr>
    </p:spTree>
  </p:cSld>
  <p:clrMapOvr>
    <a:masterClrMapping/>
  </p:clrMapOvr>
  <p:transition spd="slow"/>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QF opener">
    <p:spTree>
      <p:nvGrpSpPr>
        <p:cNvPr id="1" name=""/>
        <p:cNvGrpSpPr/>
        <p:nvPr/>
      </p:nvGrpSpPr>
      <p:grpSpPr>
        <a:xfrm>
          <a:off x="0" y="0"/>
          <a:ext cx="0" cy="0"/>
          <a:chOff x="0" y="0"/>
          <a:chExt cx="0" cy="0"/>
        </a:xfrm>
      </p:grpSpPr>
    </p:spTree>
  </p:cSld>
  <p:clrMapOvr>
    <a:masterClrMapping/>
  </p:clrMapOvr>
  <p:transition spd="slow"/>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HAPP opener">
    <p:spTree>
      <p:nvGrpSpPr>
        <p:cNvPr id="1" name=""/>
        <p:cNvGrpSpPr/>
        <p:nvPr/>
      </p:nvGrpSpPr>
      <p:grpSpPr>
        <a:xfrm>
          <a:off x="0" y="0"/>
          <a:ext cx="0" cy="0"/>
          <a:chOff x="0" y="0"/>
          <a:chExt cx="0" cy="0"/>
        </a:xfrm>
      </p:grpSpPr>
    </p:spTree>
  </p:cSld>
  <p:clrMapOvr>
    <a:masterClrMapping/>
  </p:clrMapOvr>
  <p:transition spd="slow"/>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Law opener">
    <p:spTree>
      <p:nvGrpSpPr>
        <p:cNvPr id="1" name=""/>
        <p:cNvGrpSpPr/>
        <p:nvPr/>
      </p:nvGrpSpPr>
      <p:grpSpPr>
        <a:xfrm>
          <a:off x="0" y="0"/>
          <a:ext cx="0" cy="0"/>
          <a:chOff x="0" y="0"/>
          <a:chExt cx="0" cy="0"/>
        </a:xfrm>
      </p:grpSpPr>
    </p:spTree>
  </p:cSld>
  <p:clrMapOvr>
    <a:masterClrMapping/>
  </p:clrMapOvr>
  <p:transition spd="slow"/>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MAE opener">
    <p:spTree>
      <p:nvGrpSpPr>
        <p:cNvPr id="1" name=""/>
        <p:cNvGrpSpPr/>
        <p:nvPr/>
      </p:nvGrpSpPr>
      <p:grpSpPr>
        <a:xfrm>
          <a:off x="0" y="0"/>
          <a:ext cx="0" cy="0"/>
          <a:chOff x="0" y="0"/>
          <a:chExt cx="0" cy="0"/>
        </a:xfrm>
      </p:grpSpPr>
    </p:spTree>
  </p:cSld>
  <p:clrMapOvr>
    <a:masterClrMapping/>
  </p:clrMapOvr>
  <p:transition spd="slow"/>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MDBS opener">
    <p:spTree>
      <p:nvGrpSpPr>
        <p:cNvPr id="1" name=""/>
        <p:cNvGrpSpPr/>
        <p:nvPr/>
      </p:nvGrpSpPr>
      <p:grpSpPr>
        <a:xfrm>
          <a:off x="0" y="0"/>
          <a:ext cx="0" cy="0"/>
          <a:chOff x="0" y="0"/>
          <a:chExt cx="0" cy="0"/>
        </a:xfrm>
      </p:grpSpPr>
    </p:spTree>
  </p:cSld>
  <p:clrMapOvr>
    <a:masterClrMapping/>
  </p:clrMapOvr>
  <p:transition spd="slow"/>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MP opener">
    <p:spTree>
      <p:nvGrpSpPr>
        <p:cNvPr id="1" name=""/>
        <p:cNvGrpSpPr/>
        <p:nvPr/>
      </p:nvGrpSpPr>
      <p:grpSpPr>
        <a:xfrm>
          <a:off x="0" y="0"/>
          <a:ext cx="0" cy="0"/>
          <a:chOff x="0" y="0"/>
          <a:chExt cx="0" cy="0"/>
        </a:xfrm>
      </p:grpSpPr>
    </p:spTree>
  </p:cSld>
  <p:clrMapOvr>
    <a:masterClrMapping/>
  </p:clrMapOvr>
  <p:transition spd="slow"/>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NBE opener">
    <p:spTree>
      <p:nvGrpSpPr>
        <p:cNvPr id="1" name=""/>
        <p:cNvGrpSpPr/>
        <p:nvPr/>
      </p:nvGrpSpPr>
      <p:grpSpPr>
        <a:xfrm>
          <a:off x="0" y="0"/>
          <a:ext cx="0" cy="0"/>
          <a:chOff x="0" y="0"/>
          <a:chExt cx="0" cy="0"/>
        </a:xfrm>
      </p:grpSpPr>
    </p:spTree>
  </p:cSld>
  <p:clrMapOvr>
    <a:masterClrMapping/>
  </p:clrMapOvr>
  <p:transition spd="slow"/>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NM opener">
    <p:spTree>
      <p:nvGrpSpPr>
        <p:cNvPr id="1" name=""/>
        <p:cNvGrpSpPr/>
        <p:nvPr/>
      </p:nvGrpSpPr>
      <p:grpSpPr>
        <a:xfrm>
          <a:off x="0" y="0"/>
          <a:ext cx="0" cy="0"/>
          <a:chOff x="0" y="0"/>
          <a:chExt cx="0" cy="0"/>
        </a:xfrm>
      </p:grpSpPr>
    </p:spTree>
  </p:cSld>
  <p:clrMapOvr>
    <a:masterClrMapping/>
  </p:clrMapOvr>
  <p:transition spd="slow"/>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Pharmacy opener">
    <p:spTree>
      <p:nvGrpSpPr>
        <p:cNvPr id="1" name=""/>
        <p:cNvGrpSpPr/>
        <p:nvPr/>
      </p:nvGrpSpPr>
      <p:grpSpPr>
        <a:xfrm>
          <a:off x="0" y="0"/>
          <a:ext cx="0" cy="0"/>
          <a:chOff x="0" y="0"/>
          <a:chExt cx="0" cy="0"/>
        </a:xfrm>
      </p:grpSpPr>
    </p:spTree>
  </p:cSld>
  <p:clrMapOvr>
    <a:masterClrMapping/>
  </p:clrMapOvr>
  <p:transition spd="slow"/>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Pyschology opener">
    <p:spTree>
      <p:nvGrpSpPr>
        <p:cNvPr id="1" name=""/>
        <p:cNvGrpSpPr/>
        <p:nvPr/>
      </p:nvGrpSpPr>
      <p:grpSpPr>
        <a:xfrm>
          <a:off x="0" y="0"/>
          <a:ext cx="0" cy="0"/>
          <a:chOff x="0" y="0"/>
          <a:chExt cx="0" cy="0"/>
        </a:xfrm>
      </p:grpSpPr>
    </p:spTree>
  </p:cSld>
  <p:clrMapOvr>
    <a:masterClrMapping/>
  </p:clrMapOvr>
  <p:transition spd="slow"/>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SSESW opener">
    <p:spTree>
      <p:nvGrpSpPr>
        <p:cNvPr id="1" name=""/>
        <p:cNvGrpSpPr/>
        <p:nvPr/>
      </p:nvGrpSpPr>
      <p:grpSpPr>
        <a:xfrm>
          <a:off x="0" y="0"/>
          <a:ext cx="0" cy="0"/>
          <a:chOff x="0" y="0"/>
          <a:chExt cx="0" cy="0"/>
        </a:xfrm>
      </p:grpSpPr>
    </p:spTree>
  </p:cSld>
  <p:clrMapOvr>
    <a:masterClrMapping/>
  </p:clrMapOvr>
  <p:transition spd="slow"/>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White- pic left">
    <p:spTree>
      <p:nvGrpSpPr>
        <p:cNvPr id="1" name=""/>
        <p:cNvGrpSpPr/>
        <p:nvPr/>
      </p:nvGrpSpPr>
      <p:grpSpPr>
        <a:xfrm>
          <a:off x="0" y="0"/>
          <a:ext cx="0" cy="0"/>
          <a:chOff x="0" y="0"/>
          <a:chExt cx="0" cy="0"/>
        </a:xfrm>
      </p:grpSpPr>
      <p:sp>
        <p:nvSpPr>
          <p:cNvPr id="3" name="Picture Placeholder 2"/>
          <p:cNvSpPr>
            <a:spLocks noGrp="1"/>
          </p:cNvSpPr>
          <p:nvPr>
            <p:ph type="pic" sz="quarter" idx="11"/>
          </p:nvPr>
        </p:nvSpPr>
        <p:spPr>
          <a:xfrm>
            <a:off x="0" y="0"/>
            <a:ext cx="7010400" cy="6858000"/>
          </a:xfrm>
          <a:prstGeom prst="rect">
            <a:avLst/>
          </a:prstGeom>
        </p:spPr>
        <p:txBody>
          <a:bodyPr/>
          <a:lstStyle/>
          <a:p>
            <a:endParaRPr lang="en-US" dirty="0"/>
          </a:p>
        </p:txBody>
      </p:sp>
      <p:sp>
        <p:nvSpPr>
          <p:cNvPr id="5" name="Text Placeholder 4"/>
          <p:cNvSpPr>
            <a:spLocks noGrp="1"/>
          </p:cNvSpPr>
          <p:nvPr>
            <p:ph type="body" sz="quarter" idx="12" hasCustomPrompt="1"/>
          </p:nvPr>
        </p:nvSpPr>
        <p:spPr>
          <a:xfrm>
            <a:off x="7315200" y="414339"/>
            <a:ext cx="4303776" cy="999934"/>
          </a:xfrm>
          <a:prstGeom prst="rect">
            <a:avLst/>
          </a:prstGeom>
        </p:spPr>
        <p:txBody>
          <a:bodyPr/>
          <a:lstStyle>
            <a:lvl1pPr marL="0" indent="0">
              <a:buNone/>
              <a:defRPr b="1" baseline="0">
                <a:solidFill>
                  <a:srgbClr val="D6000D"/>
                </a:solidFill>
              </a:defRPr>
            </a:lvl1pPr>
          </a:lstStyle>
          <a:p>
            <a:pPr lvl="0"/>
            <a:r>
              <a:rPr lang="en-US" dirty="0"/>
              <a:t>TITLE GOES HERE IN UPPERCASE BOLD</a:t>
            </a:r>
          </a:p>
        </p:txBody>
      </p:sp>
      <p:pic>
        <p:nvPicPr>
          <p:cNvPr id="7" name="Picture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786807" y="5782559"/>
            <a:ext cx="1832169" cy="705600"/>
          </a:xfrm>
          <a:prstGeom prst="rect">
            <a:avLst/>
          </a:prstGeom>
        </p:spPr>
      </p:pic>
      <p:sp>
        <p:nvSpPr>
          <p:cNvPr id="12" name="Text Placeholder 11"/>
          <p:cNvSpPr>
            <a:spLocks noGrp="1"/>
          </p:cNvSpPr>
          <p:nvPr>
            <p:ph type="body" sz="quarter" idx="13" hasCustomPrompt="1"/>
          </p:nvPr>
        </p:nvSpPr>
        <p:spPr>
          <a:xfrm>
            <a:off x="7315200" y="1584325"/>
            <a:ext cx="4303776" cy="3206750"/>
          </a:xfrm>
          <a:prstGeom prst="rect">
            <a:avLst/>
          </a:prstGeom>
        </p:spPr>
        <p:txBody>
          <a:bodyPr/>
          <a:lstStyle>
            <a:lvl1pPr marL="0" indent="0">
              <a:lnSpc>
                <a:spcPct val="100000"/>
              </a:lnSpc>
              <a:buFontTx/>
              <a:buNone/>
              <a:defRPr sz="21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dirty="0"/>
              <a:t>Cum </a:t>
            </a:r>
            <a:r>
              <a:rPr lang="en-US" dirty="0" err="1"/>
              <a:t>sociis</a:t>
            </a:r>
            <a:r>
              <a:rPr lang="en-US" dirty="0"/>
              <a:t>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r>
              <a:rPr lang="en-US" dirty="0" err="1"/>
              <a:t>Sed</a:t>
            </a:r>
            <a:r>
              <a:rPr lang="en-US" dirty="0"/>
              <a:t> </a:t>
            </a:r>
            <a:r>
              <a:rPr lang="en-US" dirty="0" err="1"/>
              <a:t>posuere</a:t>
            </a:r>
            <a:r>
              <a:rPr lang="en-US" dirty="0"/>
              <a:t> </a:t>
            </a:r>
            <a:r>
              <a:rPr lang="en-US" dirty="0" err="1"/>
              <a:t>consectetur</a:t>
            </a:r>
            <a:r>
              <a:rPr lang="en-US" dirty="0"/>
              <a:t> </a:t>
            </a:r>
            <a:r>
              <a:rPr lang="en-US" dirty="0" err="1"/>
              <a:t>est</a:t>
            </a:r>
            <a:r>
              <a:rPr lang="en-US" dirty="0"/>
              <a:t> at </a:t>
            </a:r>
            <a:r>
              <a:rPr lang="en-US" dirty="0" err="1"/>
              <a:t>lobortis</a:t>
            </a:r>
            <a:r>
              <a:rPr lang="en-US" dirty="0"/>
              <a:t>. </a:t>
            </a:r>
            <a:r>
              <a:rPr lang="en-US" dirty="0" err="1"/>
              <a:t>Vivamus</a:t>
            </a:r>
            <a:r>
              <a:rPr lang="en-US" dirty="0"/>
              <a:t> </a:t>
            </a:r>
            <a:r>
              <a:rPr lang="en-US" dirty="0" err="1"/>
              <a:t>sagittis</a:t>
            </a:r>
            <a:r>
              <a:rPr lang="en-US" dirty="0"/>
              <a:t> lacus </a:t>
            </a:r>
            <a:r>
              <a:rPr lang="en-US" dirty="0" err="1"/>
              <a:t>vel</a:t>
            </a:r>
            <a:r>
              <a:rPr lang="en-US" dirty="0"/>
              <a:t> </a:t>
            </a:r>
            <a:r>
              <a:rPr lang="en-US" dirty="0" err="1"/>
              <a:t>augue</a:t>
            </a:r>
            <a:r>
              <a:rPr lang="en-US" dirty="0"/>
              <a:t> </a:t>
            </a:r>
            <a:r>
              <a:rPr lang="en-US" dirty="0" err="1"/>
              <a:t>laoreet</a:t>
            </a:r>
            <a:r>
              <a:rPr lang="en-US" dirty="0"/>
              <a:t> </a:t>
            </a:r>
            <a:r>
              <a:rPr lang="en-US" dirty="0" err="1"/>
              <a:t>rutrum</a:t>
            </a:r>
            <a:r>
              <a:rPr lang="en-US" dirty="0"/>
              <a:t> </a:t>
            </a:r>
            <a:r>
              <a:rPr lang="en-US" dirty="0" err="1"/>
              <a:t>faucibus</a:t>
            </a:r>
            <a:r>
              <a:rPr lang="en-US" dirty="0"/>
              <a:t> dolor </a:t>
            </a:r>
            <a:r>
              <a:rPr lang="en-US" dirty="0" err="1"/>
              <a:t>auctor</a:t>
            </a:r>
            <a:r>
              <a:rPr lang="en-US" dirty="0"/>
              <a:t>. </a:t>
            </a:r>
            <a:r>
              <a:rPr lang="en-US" dirty="0" err="1"/>
              <a:t>Praesent</a:t>
            </a:r>
            <a:r>
              <a:rPr lang="en-US" dirty="0"/>
              <a:t> </a:t>
            </a:r>
            <a:r>
              <a:rPr lang="en-US" dirty="0" err="1"/>
              <a:t>commodo</a:t>
            </a:r>
            <a:r>
              <a:rPr lang="en-US" dirty="0"/>
              <a:t> cursus magna, </a:t>
            </a:r>
            <a:r>
              <a:rPr lang="en-US" dirty="0" err="1"/>
              <a:t>vel</a:t>
            </a:r>
            <a:r>
              <a:rPr lang="en-US" dirty="0"/>
              <a:t> </a:t>
            </a:r>
            <a:r>
              <a:rPr lang="en-US" dirty="0" err="1"/>
              <a:t>scelerisque</a:t>
            </a:r>
            <a:r>
              <a:rPr lang="en-US" dirty="0"/>
              <a:t> </a:t>
            </a:r>
            <a:r>
              <a:rPr lang="en-US" dirty="0" err="1"/>
              <a:t>nisl</a:t>
            </a:r>
            <a:r>
              <a:rPr lang="en-US" dirty="0"/>
              <a:t> </a:t>
            </a:r>
            <a:r>
              <a:rPr lang="en-US" dirty="0" err="1"/>
              <a:t>consectetur</a:t>
            </a:r>
            <a:r>
              <a:rPr lang="en-US" dirty="0"/>
              <a:t> et.</a:t>
            </a:r>
          </a:p>
        </p:txBody>
      </p:sp>
    </p:spTree>
    <p:extLst>
      <p:ext uri="{BB962C8B-B14F-4D97-AF65-F5344CB8AC3E}">
        <p14:creationId xmlns:p14="http://schemas.microsoft.com/office/powerpoint/2010/main" val="48220990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White- chart left">
    <p:spTree>
      <p:nvGrpSpPr>
        <p:cNvPr id="1" name=""/>
        <p:cNvGrpSpPr/>
        <p:nvPr/>
      </p:nvGrpSpPr>
      <p:grpSpPr>
        <a:xfrm>
          <a:off x="0" y="0"/>
          <a:ext cx="0" cy="0"/>
          <a:chOff x="0" y="0"/>
          <a:chExt cx="0" cy="0"/>
        </a:xfrm>
      </p:grpSpPr>
      <p:sp>
        <p:nvSpPr>
          <p:cNvPr id="5" name="Text Placeholder 4"/>
          <p:cNvSpPr>
            <a:spLocks noGrp="1"/>
          </p:cNvSpPr>
          <p:nvPr>
            <p:ph type="body" sz="quarter" idx="12" hasCustomPrompt="1"/>
          </p:nvPr>
        </p:nvSpPr>
        <p:spPr>
          <a:xfrm>
            <a:off x="7315200" y="414339"/>
            <a:ext cx="4303776" cy="999934"/>
          </a:xfrm>
          <a:prstGeom prst="rect">
            <a:avLst/>
          </a:prstGeom>
        </p:spPr>
        <p:txBody>
          <a:bodyPr/>
          <a:lstStyle>
            <a:lvl1pPr marL="0" indent="0">
              <a:buNone/>
              <a:defRPr b="1" baseline="0">
                <a:solidFill>
                  <a:srgbClr val="D6000D"/>
                </a:solidFill>
              </a:defRPr>
            </a:lvl1pPr>
          </a:lstStyle>
          <a:p>
            <a:pPr lvl="0"/>
            <a:r>
              <a:rPr lang="en-US" dirty="0"/>
              <a:t>TITLE GOES HERE IN UPPERCASE BOLD</a:t>
            </a:r>
          </a:p>
        </p:txBody>
      </p:sp>
      <p:pic>
        <p:nvPicPr>
          <p:cNvPr id="7" name="Picture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786807" y="5782559"/>
            <a:ext cx="1832169" cy="705600"/>
          </a:xfrm>
          <a:prstGeom prst="rect">
            <a:avLst/>
          </a:prstGeom>
        </p:spPr>
      </p:pic>
      <p:sp>
        <p:nvSpPr>
          <p:cNvPr id="12" name="Text Placeholder 11"/>
          <p:cNvSpPr>
            <a:spLocks noGrp="1"/>
          </p:cNvSpPr>
          <p:nvPr>
            <p:ph type="body" sz="quarter" idx="13" hasCustomPrompt="1"/>
          </p:nvPr>
        </p:nvSpPr>
        <p:spPr>
          <a:xfrm>
            <a:off x="7315200" y="1584325"/>
            <a:ext cx="4303776" cy="3206750"/>
          </a:xfrm>
          <a:prstGeom prst="rect">
            <a:avLst/>
          </a:prstGeom>
        </p:spPr>
        <p:txBody>
          <a:bodyPr/>
          <a:lstStyle>
            <a:lvl1pPr marL="0" indent="0">
              <a:lnSpc>
                <a:spcPct val="100000"/>
              </a:lnSpc>
              <a:buFontTx/>
              <a:buNone/>
              <a:defRPr sz="21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dirty="0"/>
              <a:t>Cum </a:t>
            </a:r>
            <a:r>
              <a:rPr lang="en-US" dirty="0" err="1"/>
              <a:t>sociis</a:t>
            </a:r>
            <a:r>
              <a:rPr lang="en-US" dirty="0"/>
              <a:t>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r>
              <a:rPr lang="en-US" dirty="0" err="1"/>
              <a:t>Sed</a:t>
            </a:r>
            <a:r>
              <a:rPr lang="en-US" dirty="0"/>
              <a:t> </a:t>
            </a:r>
            <a:r>
              <a:rPr lang="en-US" dirty="0" err="1"/>
              <a:t>posuere</a:t>
            </a:r>
            <a:r>
              <a:rPr lang="en-US" dirty="0"/>
              <a:t> </a:t>
            </a:r>
            <a:r>
              <a:rPr lang="en-US" dirty="0" err="1"/>
              <a:t>consectetur</a:t>
            </a:r>
            <a:r>
              <a:rPr lang="en-US" dirty="0"/>
              <a:t> </a:t>
            </a:r>
            <a:r>
              <a:rPr lang="en-US" dirty="0" err="1"/>
              <a:t>est</a:t>
            </a:r>
            <a:r>
              <a:rPr lang="en-US" dirty="0"/>
              <a:t> at </a:t>
            </a:r>
            <a:r>
              <a:rPr lang="en-US" dirty="0" err="1"/>
              <a:t>lobortis</a:t>
            </a:r>
            <a:r>
              <a:rPr lang="en-US" dirty="0"/>
              <a:t>. </a:t>
            </a:r>
            <a:r>
              <a:rPr lang="en-US" dirty="0" err="1"/>
              <a:t>Vivamus</a:t>
            </a:r>
            <a:r>
              <a:rPr lang="en-US" dirty="0"/>
              <a:t> </a:t>
            </a:r>
            <a:r>
              <a:rPr lang="en-US" dirty="0" err="1"/>
              <a:t>sagittis</a:t>
            </a:r>
            <a:r>
              <a:rPr lang="en-US" dirty="0"/>
              <a:t> lacus </a:t>
            </a:r>
            <a:r>
              <a:rPr lang="en-US" dirty="0" err="1"/>
              <a:t>vel</a:t>
            </a:r>
            <a:r>
              <a:rPr lang="en-US" dirty="0"/>
              <a:t> </a:t>
            </a:r>
            <a:r>
              <a:rPr lang="en-US" dirty="0" err="1"/>
              <a:t>augue</a:t>
            </a:r>
            <a:r>
              <a:rPr lang="en-US" dirty="0"/>
              <a:t> </a:t>
            </a:r>
            <a:r>
              <a:rPr lang="en-US" dirty="0" err="1"/>
              <a:t>laoreet</a:t>
            </a:r>
            <a:r>
              <a:rPr lang="en-US" dirty="0"/>
              <a:t> </a:t>
            </a:r>
            <a:r>
              <a:rPr lang="en-US" dirty="0" err="1"/>
              <a:t>rutrum</a:t>
            </a:r>
            <a:r>
              <a:rPr lang="en-US" dirty="0"/>
              <a:t> </a:t>
            </a:r>
            <a:r>
              <a:rPr lang="en-US" dirty="0" err="1"/>
              <a:t>faucibus</a:t>
            </a:r>
            <a:r>
              <a:rPr lang="en-US" dirty="0"/>
              <a:t> dolor </a:t>
            </a:r>
            <a:r>
              <a:rPr lang="en-US" dirty="0" err="1"/>
              <a:t>auctor</a:t>
            </a:r>
            <a:r>
              <a:rPr lang="en-US" dirty="0"/>
              <a:t>. </a:t>
            </a:r>
            <a:r>
              <a:rPr lang="en-US" dirty="0" err="1"/>
              <a:t>Praesent</a:t>
            </a:r>
            <a:r>
              <a:rPr lang="en-US" dirty="0"/>
              <a:t> </a:t>
            </a:r>
            <a:r>
              <a:rPr lang="en-US" dirty="0" err="1"/>
              <a:t>commodo</a:t>
            </a:r>
            <a:r>
              <a:rPr lang="en-US" dirty="0"/>
              <a:t> cursus magna, </a:t>
            </a:r>
            <a:r>
              <a:rPr lang="en-US" dirty="0" err="1"/>
              <a:t>vel</a:t>
            </a:r>
            <a:r>
              <a:rPr lang="en-US" dirty="0"/>
              <a:t> </a:t>
            </a:r>
            <a:r>
              <a:rPr lang="en-US" dirty="0" err="1"/>
              <a:t>scelerisque</a:t>
            </a:r>
            <a:r>
              <a:rPr lang="en-US" dirty="0"/>
              <a:t> </a:t>
            </a:r>
            <a:r>
              <a:rPr lang="en-US" dirty="0" err="1"/>
              <a:t>nisl</a:t>
            </a:r>
            <a:r>
              <a:rPr lang="en-US" dirty="0"/>
              <a:t> </a:t>
            </a:r>
            <a:r>
              <a:rPr lang="en-US" dirty="0" err="1"/>
              <a:t>consectetur</a:t>
            </a:r>
            <a:r>
              <a:rPr lang="en-US" dirty="0"/>
              <a:t> et.</a:t>
            </a:r>
          </a:p>
        </p:txBody>
      </p:sp>
      <p:sp>
        <p:nvSpPr>
          <p:cNvPr id="4" name="Chart Placeholder 3"/>
          <p:cNvSpPr>
            <a:spLocks noGrp="1"/>
          </p:cNvSpPr>
          <p:nvPr>
            <p:ph type="chart" sz="quarter" idx="14"/>
          </p:nvPr>
        </p:nvSpPr>
        <p:spPr>
          <a:xfrm>
            <a:off x="0" y="0"/>
            <a:ext cx="7010400" cy="6858000"/>
          </a:xfrm>
          <a:prstGeom prst="rect">
            <a:avLst/>
          </a:prstGeom>
        </p:spPr>
        <p:txBody>
          <a:bodyPr/>
          <a:lstStyle/>
          <a:p>
            <a:endParaRPr lang="en-US" dirty="0"/>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White- pic right">
    <p:spTree>
      <p:nvGrpSpPr>
        <p:cNvPr id="1" name=""/>
        <p:cNvGrpSpPr/>
        <p:nvPr/>
      </p:nvGrpSpPr>
      <p:grpSpPr>
        <a:xfrm>
          <a:off x="0" y="0"/>
          <a:ext cx="0" cy="0"/>
          <a:chOff x="0" y="0"/>
          <a:chExt cx="0" cy="0"/>
        </a:xfrm>
      </p:grpSpPr>
      <p:sp>
        <p:nvSpPr>
          <p:cNvPr id="3" name="Picture Placeholder 2"/>
          <p:cNvSpPr>
            <a:spLocks noGrp="1"/>
          </p:cNvSpPr>
          <p:nvPr>
            <p:ph type="pic" sz="quarter" idx="11"/>
          </p:nvPr>
        </p:nvSpPr>
        <p:spPr>
          <a:xfrm>
            <a:off x="5181600" y="0"/>
            <a:ext cx="7010400" cy="6858000"/>
          </a:xfrm>
          <a:prstGeom prst="rect">
            <a:avLst/>
          </a:prstGeom>
        </p:spPr>
        <p:txBody>
          <a:bodyPr/>
          <a:lstStyle/>
          <a:p>
            <a:endParaRPr lang="en-US" dirty="0"/>
          </a:p>
        </p:txBody>
      </p:sp>
      <p:sp>
        <p:nvSpPr>
          <p:cNvPr id="5" name="Text Placeholder 4"/>
          <p:cNvSpPr>
            <a:spLocks noGrp="1"/>
          </p:cNvSpPr>
          <p:nvPr>
            <p:ph type="body" sz="quarter" idx="12" hasCustomPrompt="1"/>
          </p:nvPr>
        </p:nvSpPr>
        <p:spPr>
          <a:xfrm>
            <a:off x="548640" y="414339"/>
            <a:ext cx="4047744" cy="999934"/>
          </a:xfrm>
          <a:prstGeom prst="rect">
            <a:avLst/>
          </a:prstGeom>
        </p:spPr>
        <p:txBody>
          <a:bodyPr/>
          <a:lstStyle>
            <a:lvl1pPr marL="0" indent="0">
              <a:buNone/>
              <a:defRPr b="1" baseline="0">
                <a:solidFill>
                  <a:srgbClr val="D6000D"/>
                </a:solidFill>
              </a:defRPr>
            </a:lvl1pPr>
          </a:lstStyle>
          <a:p>
            <a:pPr lvl="0"/>
            <a:r>
              <a:rPr lang="en-US" dirty="0"/>
              <a:t>TITLE GOES HERE IN UPPERCASE BOLD</a:t>
            </a:r>
          </a:p>
        </p:txBody>
      </p:sp>
      <p:sp>
        <p:nvSpPr>
          <p:cNvPr id="12" name="Text Placeholder 11"/>
          <p:cNvSpPr>
            <a:spLocks noGrp="1"/>
          </p:cNvSpPr>
          <p:nvPr>
            <p:ph type="body" sz="quarter" idx="13" hasCustomPrompt="1"/>
          </p:nvPr>
        </p:nvSpPr>
        <p:spPr>
          <a:xfrm>
            <a:off x="548640" y="1584325"/>
            <a:ext cx="4047744" cy="3206750"/>
          </a:xfrm>
          <a:prstGeom prst="rect">
            <a:avLst/>
          </a:prstGeom>
        </p:spPr>
        <p:txBody>
          <a:bodyPr/>
          <a:lstStyle>
            <a:lvl1pPr marL="0" indent="0">
              <a:lnSpc>
                <a:spcPct val="100000"/>
              </a:lnSpc>
              <a:buFontTx/>
              <a:buNone/>
              <a:defRPr sz="21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dirty="0"/>
              <a:t>Cum </a:t>
            </a:r>
            <a:r>
              <a:rPr lang="en-US" dirty="0" err="1"/>
              <a:t>sociis</a:t>
            </a:r>
            <a:r>
              <a:rPr lang="en-US" dirty="0"/>
              <a:t>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r>
              <a:rPr lang="en-US" dirty="0" err="1"/>
              <a:t>Sed</a:t>
            </a:r>
            <a:r>
              <a:rPr lang="en-US" dirty="0"/>
              <a:t> </a:t>
            </a:r>
            <a:r>
              <a:rPr lang="en-US" dirty="0" err="1"/>
              <a:t>posuere</a:t>
            </a:r>
            <a:r>
              <a:rPr lang="en-US" dirty="0"/>
              <a:t> </a:t>
            </a:r>
            <a:r>
              <a:rPr lang="en-US" dirty="0" err="1"/>
              <a:t>consectetur</a:t>
            </a:r>
            <a:r>
              <a:rPr lang="en-US" dirty="0"/>
              <a:t> </a:t>
            </a:r>
            <a:r>
              <a:rPr lang="en-US" dirty="0" err="1"/>
              <a:t>est</a:t>
            </a:r>
            <a:r>
              <a:rPr lang="en-US" dirty="0"/>
              <a:t> at </a:t>
            </a:r>
            <a:r>
              <a:rPr lang="en-US" dirty="0" err="1"/>
              <a:t>lobortis</a:t>
            </a:r>
            <a:r>
              <a:rPr lang="en-US" dirty="0"/>
              <a:t>. </a:t>
            </a:r>
            <a:r>
              <a:rPr lang="en-US" dirty="0" err="1"/>
              <a:t>Vivamus</a:t>
            </a:r>
            <a:r>
              <a:rPr lang="en-US" dirty="0"/>
              <a:t> </a:t>
            </a:r>
            <a:r>
              <a:rPr lang="en-US" dirty="0" err="1"/>
              <a:t>sagittis</a:t>
            </a:r>
            <a:r>
              <a:rPr lang="en-US" dirty="0"/>
              <a:t> lacus </a:t>
            </a:r>
            <a:r>
              <a:rPr lang="en-US" dirty="0" err="1"/>
              <a:t>vel</a:t>
            </a:r>
            <a:r>
              <a:rPr lang="en-US" dirty="0"/>
              <a:t> </a:t>
            </a:r>
            <a:r>
              <a:rPr lang="en-US" dirty="0" err="1"/>
              <a:t>augue</a:t>
            </a:r>
            <a:r>
              <a:rPr lang="en-US" dirty="0"/>
              <a:t> </a:t>
            </a:r>
            <a:r>
              <a:rPr lang="en-US" dirty="0" err="1"/>
              <a:t>laoreet</a:t>
            </a:r>
            <a:r>
              <a:rPr lang="en-US" dirty="0"/>
              <a:t> </a:t>
            </a:r>
            <a:r>
              <a:rPr lang="en-US" dirty="0" err="1"/>
              <a:t>rutrum</a:t>
            </a:r>
            <a:r>
              <a:rPr lang="en-US" dirty="0"/>
              <a:t> </a:t>
            </a:r>
            <a:r>
              <a:rPr lang="en-US" dirty="0" err="1"/>
              <a:t>faucibus</a:t>
            </a:r>
            <a:r>
              <a:rPr lang="en-US" dirty="0"/>
              <a:t> dolor </a:t>
            </a:r>
            <a:r>
              <a:rPr lang="en-US" dirty="0" err="1"/>
              <a:t>auctor</a:t>
            </a:r>
            <a:r>
              <a:rPr lang="en-US" dirty="0"/>
              <a:t>. </a:t>
            </a:r>
            <a:r>
              <a:rPr lang="en-US" dirty="0" err="1"/>
              <a:t>Praesent</a:t>
            </a:r>
            <a:r>
              <a:rPr lang="en-US" dirty="0"/>
              <a:t> </a:t>
            </a:r>
            <a:r>
              <a:rPr lang="en-US" dirty="0" err="1"/>
              <a:t>commodo</a:t>
            </a:r>
            <a:r>
              <a:rPr lang="en-US" dirty="0"/>
              <a:t> cursus magna, </a:t>
            </a:r>
            <a:r>
              <a:rPr lang="en-US" dirty="0" err="1"/>
              <a:t>vel</a:t>
            </a:r>
            <a:r>
              <a:rPr lang="en-US" dirty="0"/>
              <a:t> </a:t>
            </a:r>
            <a:r>
              <a:rPr lang="en-US" dirty="0" err="1"/>
              <a:t>scelerisque</a:t>
            </a:r>
            <a:r>
              <a:rPr lang="en-US" dirty="0"/>
              <a:t> </a:t>
            </a:r>
            <a:r>
              <a:rPr lang="en-US" dirty="0" err="1"/>
              <a:t>nisl</a:t>
            </a:r>
            <a:r>
              <a:rPr lang="en-US" dirty="0"/>
              <a:t> </a:t>
            </a:r>
            <a:r>
              <a:rPr lang="en-US" dirty="0" err="1"/>
              <a:t>consectetur</a:t>
            </a:r>
            <a:r>
              <a:rPr lang="en-US" dirty="0"/>
              <a:t> et.</a:t>
            </a:r>
          </a:p>
        </p:txBody>
      </p:sp>
      <p:pic>
        <p:nvPicPr>
          <p:cNvPr id="8" name="Picture 7"/>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48640" y="5782559"/>
            <a:ext cx="1832169" cy="705600"/>
          </a:xfrm>
          <a:prstGeom prst="rect">
            <a:avLst/>
          </a:prstGeom>
        </p:spPr>
      </p:pic>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White- pic narrow right">
    <p:spTree>
      <p:nvGrpSpPr>
        <p:cNvPr id="1" name=""/>
        <p:cNvGrpSpPr/>
        <p:nvPr/>
      </p:nvGrpSpPr>
      <p:grpSpPr>
        <a:xfrm>
          <a:off x="0" y="0"/>
          <a:ext cx="0" cy="0"/>
          <a:chOff x="0" y="0"/>
          <a:chExt cx="0" cy="0"/>
        </a:xfrm>
      </p:grpSpPr>
      <p:sp>
        <p:nvSpPr>
          <p:cNvPr id="3" name="Picture Placeholder 2"/>
          <p:cNvSpPr>
            <a:spLocks noGrp="1"/>
          </p:cNvSpPr>
          <p:nvPr>
            <p:ph type="pic" sz="quarter" idx="11"/>
          </p:nvPr>
        </p:nvSpPr>
        <p:spPr>
          <a:xfrm flipH="1">
            <a:off x="7010400" y="0"/>
            <a:ext cx="5181600" cy="6858000"/>
          </a:xfrm>
          <a:prstGeom prst="rect">
            <a:avLst/>
          </a:prstGeom>
        </p:spPr>
        <p:txBody>
          <a:bodyPr/>
          <a:lstStyle/>
          <a:p>
            <a:endParaRPr lang="en-US" dirty="0"/>
          </a:p>
        </p:txBody>
      </p:sp>
      <p:sp>
        <p:nvSpPr>
          <p:cNvPr id="4" name="Text Placeholder 4"/>
          <p:cNvSpPr>
            <a:spLocks noGrp="1"/>
          </p:cNvSpPr>
          <p:nvPr>
            <p:ph type="body" sz="quarter" idx="12" hasCustomPrompt="1"/>
          </p:nvPr>
        </p:nvSpPr>
        <p:spPr>
          <a:xfrm>
            <a:off x="548640" y="572835"/>
            <a:ext cx="5596128" cy="999934"/>
          </a:xfrm>
          <a:prstGeom prst="rect">
            <a:avLst/>
          </a:prstGeom>
        </p:spPr>
        <p:txBody>
          <a:bodyPr/>
          <a:lstStyle>
            <a:lvl1pPr marL="0" indent="0">
              <a:buNone/>
              <a:defRPr sz="3600" b="1" baseline="0">
                <a:solidFill>
                  <a:srgbClr val="D6000D"/>
                </a:solidFill>
              </a:defRPr>
            </a:lvl1pPr>
          </a:lstStyle>
          <a:p>
            <a:pPr lvl="0"/>
            <a:r>
              <a:rPr lang="en-US" dirty="0"/>
              <a:t>TITLE GOES HERE IN UPPERCASE BOLD</a:t>
            </a:r>
          </a:p>
        </p:txBody>
      </p:sp>
      <p:sp>
        <p:nvSpPr>
          <p:cNvPr id="5" name="Text Placeholder 11"/>
          <p:cNvSpPr>
            <a:spLocks noGrp="1"/>
          </p:cNvSpPr>
          <p:nvPr>
            <p:ph type="body" sz="quarter" idx="13" hasCustomPrompt="1"/>
          </p:nvPr>
        </p:nvSpPr>
        <p:spPr>
          <a:xfrm>
            <a:off x="548640" y="1892289"/>
            <a:ext cx="5596128" cy="3206750"/>
          </a:xfrm>
          <a:prstGeom prst="rect">
            <a:avLst/>
          </a:prstGeom>
        </p:spPr>
        <p:txBody>
          <a:bodyPr/>
          <a:lstStyle>
            <a:lvl1pPr marL="0" indent="0">
              <a:lnSpc>
                <a:spcPct val="100000"/>
              </a:lnSpc>
              <a:buFontTx/>
              <a:buNone/>
              <a:defRPr sz="21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dirty="0"/>
              <a:t>Cum </a:t>
            </a:r>
            <a:r>
              <a:rPr lang="en-US" dirty="0" err="1"/>
              <a:t>sociis</a:t>
            </a:r>
            <a:r>
              <a:rPr lang="en-US" dirty="0"/>
              <a:t>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r>
              <a:rPr lang="en-US" dirty="0" err="1"/>
              <a:t>Sed</a:t>
            </a:r>
            <a:r>
              <a:rPr lang="en-US" dirty="0"/>
              <a:t> </a:t>
            </a:r>
            <a:r>
              <a:rPr lang="en-US" dirty="0" err="1"/>
              <a:t>posuere</a:t>
            </a:r>
            <a:r>
              <a:rPr lang="en-US" dirty="0"/>
              <a:t> </a:t>
            </a:r>
            <a:r>
              <a:rPr lang="en-US" dirty="0" err="1"/>
              <a:t>consectetur</a:t>
            </a:r>
            <a:r>
              <a:rPr lang="en-US" dirty="0"/>
              <a:t> </a:t>
            </a:r>
            <a:r>
              <a:rPr lang="en-US" dirty="0" err="1"/>
              <a:t>est</a:t>
            </a:r>
            <a:r>
              <a:rPr lang="en-US" dirty="0"/>
              <a:t> at </a:t>
            </a:r>
            <a:r>
              <a:rPr lang="en-US" dirty="0" err="1"/>
              <a:t>lobortis</a:t>
            </a:r>
            <a:r>
              <a:rPr lang="en-US" dirty="0"/>
              <a:t>. </a:t>
            </a:r>
            <a:r>
              <a:rPr lang="en-US" dirty="0" err="1"/>
              <a:t>Vivamus</a:t>
            </a:r>
            <a:r>
              <a:rPr lang="en-US" dirty="0"/>
              <a:t> </a:t>
            </a:r>
            <a:r>
              <a:rPr lang="en-US" dirty="0" err="1"/>
              <a:t>sagittis</a:t>
            </a:r>
            <a:r>
              <a:rPr lang="en-US" dirty="0"/>
              <a:t> lacus </a:t>
            </a:r>
            <a:r>
              <a:rPr lang="en-US" dirty="0" err="1"/>
              <a:t>vel</a:t>
            </a:r>
            <a:r>
              <a:rPr lang="en-US" dirty="0"/>
              <a:t> </a:t>
            </a:r>
            <a:r>
              <a:rPr lang="en-US" dirty="0" err="1"/>
              <a:t>augue</a:t>
            </a:r>
            <a:r>
              <a:rPr lang="en-US" dirty="0"/>
              <a:t> </a:t>
            </a:r>
            <a:r>
              <a:rPr lang="en-US" dirty="0" err="1"/>
              <a:t>laoreet</a:t>
            </a:r>
            <a:r>
              <a:rPr lang="en-US" dirty="0"/>
              <a:t> </a:t>
            </a:r>
            <a:r>
              <a:rPr lang="en-US" dirty="0" err="1"/>
              <a:t>rutrum</a:t>
            </a:r>
            <a:r>
              <a:rPr lang="en-US" dirty="0"/>
              <a:t> </a:t>
            </a:r>
            <a:r>
              <a:rPr lang="en-US" dirty="0" err="1"/>
              <a:t>faucibus</a:t>
            </a:r>
            <a:r>
              <a:rPr lang="en-US" dirty="0"/>
              <a:t> dolor </a:t>
            </a:r>
            <a:r>
              <a:rPr lang="en-US" dirty="0" err="1"/>
              <a:t>auctor</a:t>
            </a:r>
            <a:r>
              <a:rPr lang="en-US" dirty="0"/>
              <a:t>. </a:t>
            </a:r>
            <a:r>
              <a:rPr lang="en-US" dirty="0" err="1"/>
              <a:t>Praesent</a:t>
            </a:r>
            <a:r>
              <a:rPr lang="en-US" dirty="0"/>
              <a:t> </a:t>
            </a:r>
            <a:r>
              <a:rPr lang="en-US" dirty="0" err="1"/>
              <a:t>commodo</a:t>
            </a:r>
            <a:r>
              <a:rPr lang="en-US" dirty="0"/>
              <a:t> cursus magna, </a:t>
            </a:r>
            <a:r>
              <a:rPr lang="en-US" dirty="0" err="1"/>
              <a:t>vel</a:t>
            </a:r>
            <a:r>
              <a:rPr lang="en-US" dirty="0"/>
              <a:t> </a:t>
            </a:r>
            <a:r>
              <a:rPr lang="en-US" dirty="0" err="1"/>
              <a:t>scelerisque</a:t>
            </a:r>
            <a:r>
              <a:rPr lang="en-US" dirty="0"/>
              <a:t> </a:t>
            </a:r>
            <a:r>
              <a:rPr lang="en-US" dirty="0" err="1"/>
              <a:t>nisl</a:t>
            </a:r>
            <a:r>
              <a:rPr lang="en-US" dirty="0"/>
              <a:t> </a:t>
            </a:r>
            <a:r>
              <a:rPr lang="en-US" dirty="0" err="1"/>
              <a:t>consectetur</a:t>
            </a:r>
            <a:r>
              <a:rPr lang="en-US" dirty="0"/>
              <a:t> et.</a:t>
            </a:r>
          </a:p>
        </p:txBody>
      </p:sp>
      <p:pic>
        <p:nvPicPr>
          <p:cNvPr id="6" name="Picture 5"/>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48640" y="5782559"/>
            <a:ext cx="1832169" cy="705600"/>
          </a:xfrm>
          <a:prstGeom prst="rect">
            <a:avLst/>
          </a:prstGeom>
        </p:spPr>
      </p:pic>
    </p:spTree>
    <p:extLst>
      <p:ext uri="{BB962C8B-B14F-4D97-AF65-F5344CB8AC3E}">
        <p14:creationId xmlns:p14="http://schemas.microsoft.com/office/powerpoint/2010/main" val="120754938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White- text">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786807" y="5782559"/>
            <a:ext cx="1832169" cy="705600"/>
          </a:xfrm>
          <a:prstGeom prst="rect">
            <a:avLst/>
          </a:prstGeom>
        </p:spPr>
      </p:pic>
      <p:sp>
        <p:nvSpPr>
          <p:cNvPr id="6" name="Text Placeholder 4"/>
          <p:cNvSpPr>
            <a:spLocks noGrp="1"/>
          </p:cNvSpPr>
          <p:nvPr>
            <p:ph type="body" sz="quarter" idx="12" hasCustomPrompt="1"/>
          </p:nvPr>
        </p:nvSpPr>
        <p:spPr>
          <a:xfrm>
            <a:off x="548640" y="1609154"/>
            <a:ext cx="6851904" cy="1402269"/>
          </a:xfrm>
          <a:prstGeom prst="rect">
            <a:avLst/>
          </a:prstGeom>
        </p:spPr>
        <p:txBody>
          <a:bodyPr/>
          <a:lstStyle>
            <a:lvl1pPr marL="0" indent="0">
              <a:buNone/>
              <a:defRPr sz="4800" b="1" baseline="0">
                <a:solidFill>
                  <a:srgbClr val="D6000D"/>
                </a:solidFill>
              </a:defRPr>
            </a:lvl1pPr>
          </a:lstStyle>
          <a:p>
            <a:pPr lvl="0"/>
            <a:r>
              <a:rPr lang="en-US" dirty="0"/>
              <a:t>TITLE GOES HERE IN UPPERCASE BOLD</a:t>
            </a:r>
          </a:p>
        </p:txBody>
      </p:sp>
      <p:sp>
        <p:nvSpPr>
          <p:cNvPr id="7" name="Text Placeholder 11"/>
          <p:cNvSpPr>
            <a:spLocks noGrp="1"/>
          </p:cNvSpPr>
          <p:nvPr>
            <p:ph type="body" sz="quarter" idx="13" hasCustomPrompt="1"/>
          </p:nvPr>
        </p:nvSpPr>
        <p:spPr>
          <a:xfrm>
            <a:off x="548640" y="3281409"/>
            <a:ext cx="6851904" cy="3206750"/>
          </a:xfrm>
          <a:prstGeom prst="rect">
            <a:avLst/>
          </a:prstGeom>
        </p:spPr>
        <p:txBody>
          <a:bodyPr/>
          <a:lstStyle>
            <a:lvl1pPr marL="342900" indent="-342900">
              <a:lnSpc>
                <a:spcPct val="100000"/>
              </a:lnSpc>
              <a:buFont typeface="Arial" charset="0"/>
              <a:buChar char="•"/>
              <a:defRPr sz="21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dirty="0"/>
              <a:t>Cum </a:t>
            </a:r>
            <a:r>
              <a:rPr lang="en-US" dirty="0" err="1"/>
              <a:t>sociis</a:t>
            </a:r>
            <a:r>
              <a:rPr lang="en-US" dirty="0"/>
              <a:t> </a:t>
            </a:r>
            <a:r>
              <a:rPr lang="en-US" dirty="0" err="1"/>
              <a:t>natoque</a:t>
            </a:r>
            <a:r>
              <a:rPr lang="en-US" dirty="0"/>
              <a:t> </a:t>
            </a:r>
            <a:r>
              <a:rPr lang="en-US" dirty="0" err="1"/>
              <a:t>penatibus</a:t>
            </a:r>
            <a:r>
              <a:rPr lang="en-US" dirty="0"/>
              <a:t> </a:t>
            </a:r>
          </a:p>
          <a:p>
            <a:pPr lvl="0"/>
            <a:r>
              <a:rPr lang="en-US" dirty="0" err="1"/>
              <a:t>Magnis</a:t>
            </a:r>
            <a:r>
              <a:rPr lang="en-US" dirty="0"/>
              <a:t> dis parturient </a:t>
            </a:r>
            <a:r>
              <a:rPr lang="en-US" dirty="0" err="1"/>
              <a:t>montes</a:t>
            </a:r>
            <a:endParaRPr lang="en-US" dirty="0"/>
          </a:p>
          <a:p>
            <a:pPr lvl="0"/>
            <a:r>
              <a:rPr lang="en-US" dirty="0" err="1"/>
              <a:t>Vivamus</a:t>
            </a:r>
            <a:r>
              <a:rPr lang="en-US" dirty="0"/>
              <a:t> </a:t>
            </a:r>
            <a:r>
              <a:rPr lang="en-US" dirty="0" err="1"/>
              <a:t>sagittis</a:t>
            </a:r>
            <a:r>
              <a:rPr lang="en-US" dirty="0"/>
              <a:t> lacus </a:t>
            </a:r>
            <a:r>
              <a:rPr lang="en-US" dirty="0" err="1"/>
              <a:t>vel</a:t>
            </a:r>
            <a:r>
              <a:rPr lang="en-US" dirty="0"/>
              <a:t> </a:t>
            </a:r>
            <a:r>
              <a:rPr lang="en-US" dirty="0" err="1"/>
              <a:t>augue</a:t>
            </a:r>
            <a:r>
              <a:rPr lang="en-US" dirty="0"/>
              <a:t> </a:t>
            </a:r>
            <a:r>
              <a:rPr lang="en-US" dirty="0" err="1"/>
              <a:t>laoreet</a:t>
            </a:r>
            <a:endParaRPr lang="en-US" dirty="0"/>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White- chart">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786807" y="5782559"/>
            <a:ext cx="1832169" cy="705600"/>
          </a:xfrm>
          <a:prstGeom prst="rect">
            <a:avLst/>
          </a:prstGeom>
        </p:spPr>
      </p:pic>
      <p:sp>
        <p:nvSpPr>
          <p:cNvPr id="4" name="Chart Placeholder 3"/>
          <p:cNvSpPr>
            <a:spLocks noGrp="1"/>
          </p:cNvSpPr>
          <p:nvPr>
            <p:ph type="chart" sz="quarter" idx="10"/>
          </p:nvPr>
        </p:nvSpPr>
        <p:spPr>
          <a:xfrm>
            <a:off x="548640" y="401638"/>
            <a:ext cx="8900160" cy="5999162"/>
          </a:xfrm>
          <a:prstGeom prst="rect">
            <a:avLst/>
          </a:prstGeom>
        </p:spPr>
        <p:txBody>
          <a:bodyPr/>
          <a:lstStyle/>
          <a:p>
            <a:endParaRPr lang="en-US" dirty="0"/>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White- Title slide animated">
    <p:spTree>
      <p:nvGrpSpPr>
        <p:cNvPr id="1" name=""/>
        <p:cNvGrpSpPr/>
        <p:nvPr/>
      </p:nvGrpSpPr>
      <p:grpSpPr>
        <a:xfrm>
          <a:off x="0" y="0"/>
          <a:ext cx="0" cy="0"/>
          <a:chOff x="0" y="0"/>
          <a:chExt cx="0" cy="0"/>
        </a:xfrm>
      </p:grpSpPr>
      <p:pic>
        <p:nvPicPr>
          <p:cNvPr id="6" name="Picture 5"/>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642298" y="424894"/>
            <a:ext cx="2001062" cy="770644"/>
          </a:xfrm>
          <a:prstGeom prst="rect">
            <a:avLst/>
          </a:prstGeom>
        </p:spPr>
      </p:pic>
      <p:pic>
        <p:nvPicPr>
          <p:cNvPr id="8" name="Picture 7"/>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2891945" y="2297409"/>
            <a:ext cx="793750" cy="860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Picture 8"/>
          <p:cNvPicPr>
            <a:picLocks noChangeAspect="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3196745" y="2600621"/>
            <a:ext cx="793750" cy="862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Text Placeholder 10"/>
          <p:cNvSpPr>
            <a:spLocks noGrp="1"/>
          </p:cNvSpPr>
          <p:nvPr>
            <p:ph type="body" sz="quarter" idx="10" hasCustomPrompt="1"/>
          </p:nvPr>
        </p:nvSpPr>
        <p:spPr>
          <a:xfrm>
            <a:off x="1583246" y="1585414"/>
            <a:ext cx="3817810" cy="2892425"/>
          </a:xfrm>
          <a:prstGeom prst="rect">
            <a:avLst/>
          </a:prstGeom>
        </p:spPr>
        <p:txBody>
          <a:bodyPr lIns="288000" tIns="251999" rIns="0" bIns="288000"/>
          <a:lstStyle>
            <a:lvl1pPr marL="0" indent="0">
              <a:buNone/>
              <a:defRPr sz="3200" b="1" i="0" baseline="0">
                <a:solidFill>
                  <a:srgbClr val="D6000D"/>
                </a:solidFill>
                <a:latin typeface="Arial" charset="0"/>
                <a:ea typeface="Arial" charset="0"/>
                <a:cs typeface="Arial" charset="0"/>
              </a:defRPr>
            </a:lvl1pPr>
          </a:lstStyle>
          <a:p>
            <a:pPr lvl="0"/>
            <a:r>
              <a:rPr lang="en-US" dirty="0"/>
              <a:t>PRESENTATION TITLE ARIAL BOLD 32PT WITH A MAXIMUM OF 12 WORDS</a:t>
            </a:r>
          </a:p>
        </p:txBody>
      </p:sp>
      <p:sp>
        <p:nvSpPr>
          <p:cNvPr id="14" name="Text Placeholder 13"/>
          <p:cNvSpPr>
            <a:spLocks noGrp="1"/>
          </p:cNvSpPr>
          <p:nvPr>
            <p:ph type="body" sz="quarter" idx="11" hasCustomPrompt="1"/>
          </p:nvPr>
        </p:nvSpPr>
        <p:spPr>
          <a:xfrm>
            <a:off x="1582738" y="5389563"/>
            <a:ext cx="3586670" cy="365061"/>
          </a:xfrm>
          <a:prstGeom prst="rect">
            <a:avLst/>
          </a:prstGeom>
        </p:spPr>
        <p:txBody>
          <a:bodyPr/>
          <a:lstStyle>
            <a:lvl1pPr marL="0" indent="0">
              <a:lnSpc>
                <a:spcPct val="100000"/>
              </a:lnSpc>
              <a:buNone/>
              <a:defRPr sz="1600" b="1" i="0" baseline="0">
                <a:solidFill>
                  <a:srgbClr val="D6000D"/>
                </a:solidFill>
                <a:latin typeface="Arial" charset="0"/>
                <a:ea typeface="Arial" charset="0"/>
                <a:cs typeface="Arial" charset="0"/>
              </a:defRPr>
            </a:lvl1pPr>
          </a:lstStyle>
          <a:p>
            <a:pPr lvl="0"/>
            <a:r>
              <a:rPr lang="en-US" dirty="0"/>
              <a:t>PRESENTER NAME</a:t>
            </a:r>
          </a:p>
        </p:txBody>
      </p:sp>
      <p:sp>
        <p:nvSpPr>
          <p:cNvPr id="15" name="Text Placeholder 13"/>
          <p:cNvSpPr>
            <a:spLocks noGrp="1"/>
          </p:cNvSpPr>
          <p:nvPr>
            <p:ph type="body" sz="quarter" idx="12" hasCustomPrompt="1"/>
          </p:nvPr>
        </p:nvSpPr>
        <p:spPr>
          <a:xfrm>
            <a:off x="1582738" y="5711637"/>
            <a:ext cx="3586670" cy="401567"/>
          </a:xfrm>
          <a:prstGeom prst="rect">
            <a:avLst/>
          </a:prstGeom>
        </p:spPr>
        <p:txBody>
          <a:bodyPr/>
          <a:lstStyle>
            <a:lvl1pPr marL="0" indent="0">
              <a:lnSpc>
                <a:spcPct val="100000"/>
              </a:lnSpc>
              <a:buNone/>
              <a:defRPr sz="1600" b="0" i="0" baseline="0">
                <a:solidFill>
                  <a:srgbClr val="D6000D"/>
                </a:solidFill>
                <a:latin typeface="Arial" charset="0"/>
                <a:ea typeface="Arial" charset="0"/>
                <a:cs typeface="Arial" charset="0"/>
              </a:defRPr>
            </a:lvl1pPr>
          </a:lstStyle>
          <a:p>
            <a:pPr lvl="0"/>
            <a:r>
              <a:rPr lang="en-US" dirty="0"/>
              <a:t>PRESENTER TITLE</a:t>
            </a:r>
          </a:p>
        </p:txBody>
      </p:sp>
      <p:sp>
        <p:nvSpPr>
          <p:cNvPr id="16" name="Text Placeholder 13"/>
          <p:cNvSpPr>
            <a:spLocks noGrp="1"/>
          </p:cNvSpPr>
          <p:nvPr>
            <p:ph type="body" sz="quarter" idx="13" hasCustomPrompt="1"/>
          </p:nvPr>
        </p:nvSpPr>
        <p:spPr>
          <a:xfrm>
            <a:off x="1582738" y="6033711"/>
            <a:ext cx="3586670" cy="401567"/>
          </a:xfrm>
          <a:prstGeom prst="rect">
            <a:avLst/>
          </a:prstGeom>
        </p:spPr>
        <p:txBody>
          <a:bodyPr/>
          <a:lstStyle>
            <a:lvl1pPr marL="0" indent="0">
              <a:lnSpc>
                <a:spcPct val="100000"/>
              </a:lnSpc>
              <a:buNone/>
              <a:defRPr sz="1200" b="0" i="0" baseline="0">
                <a:solidFill>
                  <a:srgbClr val="D6000D"/>
                </a:solidFill>
                <a:latin typeface="Arial" charset="0"/>
                <a:ea typeface="Arial" charset="0"/>
                <a:cs typeface="Arial" charset="0"/>
              </a:defRPr>
            </a:lvl1pPr>
          </a:lstStyle>
          <a:p>
            <a:pPr lvl="0"/>
            <a:r>
              <a:rPr lang="en-US" dirty="0"/>
              <a:t>DATE OF PRESENTATION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000"/>
                                        <p:tgtEl>
                                          <p:spTgt spid="9"/>
                                        </p:tgtEl>
                                      </p:cBhvr>
                                    </p:animEffect>
                                  </p:childTnLst>
                                </p:cTn>
                              </p:par>
                              <p:par>
                                <p:cTn id="8" presetID="10" presetClass="entr" presetSubtype="0" fill="hold"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1000"/>
                                        <p:tgtEl>
                                          <p:spTgt spid="8"/>
                                        </p:tgtEl>
                                      </p:cBhvr>
                                    </p:animEffect>
                                  </p:childTnLst>
                                </p:cTn>
                              </p:par>
                              <p:par>
                                <p:cTn id="11" presetID="0" presetClass="path" presetSubtype="0" accel="50000" decel="50000" fill="hold" nodeType="withEffect">
                                  <p:stCondLst>
                                    <p:cond delay="0"/>
                                  </p:stCondLst>
                                  <p:childTnLst>
                                    <p:animMotion origin="layout" path="M -1.66667E-6 4.81481E-6 L -0.1276 -0.17292 " pathEditMode="relative" rAng="0" ptsTypes="AA">
                                      <p:cBhvr>
                                        <p:cTn id="12" dur="1000" fill="hold"/>
                                        <p:tgtEl>
                                          <p:spTgt spid="8"/>
                                        </p:tgtEl>
                                        <p:attrNameLst>
                                          <p:attrName>ppt_x</p:attrName>
                                          <p:attrName>ppt_y</p:attrName>
                                        </p:attrNameLst>
                                      </p:cBhvr>
                                      <p:rCtr x="-6380" y="-8657"/>
                                    </p:animMotion>
                                  </p:childTnLst>
                                </p:cTn>
                              </p:par>
                              <p:par>
                                <p:cTn id="13" presetID="0" presetClass="path" presetSubtype="0" accel="50000" decel="50000" fill="hold" nodeType="withEffect">
                                  <p:stCondLst>
                                    <p:cond delay="0"/>
                                  </p:stCondLst>
                                  <p:childTnLst>
                                    <p:animMotion origin="layout" path="M -1.66667E-6 1.85185E-6 L 0.13945 0.13634 " pathEditMode="relative" rAng="0" ptsTypes="AA">
                                      <p:cBhvr>
                                        <p:cTn id="14" dur="1000" fill="hold"/>
                                        <p:tgtEl>
                                          <p:spTgt spid="9"/>
                                        </p:tgtEl>
                                        <p:attrNameLst>
                                          <p:attrName>ppt_x</p:attrName>
                                          <p:attrName>ppt_y</p:attrName>
                                        </p:attrNameLst>
                                      </p:cBhvr>
                                      <p:rCtr x="6966" y="6806"/>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White- Title slide">
    <p:spTree>
      <p:nvGrpSpPr>
        <p:cNvPr id="1" name=""/>
        <p:cNvGrpSpPr/>
        <p:nvPr/>
      </p:nvGrpSpPr>
      <p:grpSpPr>
        <a:xfrm>
          <a:off x="0" y="0"/>
          <a:ext cx="0" cy="0"/>
          <a:chOff x="0" y="0"/>
          <a:chExt cx="0" cy="0"/>
        </a:xfrm>
      </p:grpSpPr>
      <p:pic>
        <p:nvPicPr>
          <p:cNvPr id="10" name="Picture 9"/>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ext Placeholder 13"/>
          <p:cNvSpPr>
            <a:spLocks noGrp="1"/>
          </p:cNvSpPr>
          <p:nvPr>
            <p:ph type="body" sz="quarter" idx="11" hasCustomPrompt="1"/>
          </p:nvPr>
        </p:nvSpPr>
        <p:spPr>
          <a:xfrm>
            <a:off x="1582738" y="5389563"/>
            <a:ext cx="3586670" cy="365061"/>
          </a:xfrm>
          <a:prstGeom prst="rect">
            <a:avLst/>
          </a:prstGeom>
        </p:spPr>
        <p:txBody>
          <a:bodyPr/>
          <a:lstStyle>
            <a:lvl1pPr marL="0" indent="0">
              <a:lnSpc>
                <a:spcPct val="100000"/>
              </a:lnSpc>
              <a:buNone/>
              <a:defRPr sz="1600" b="1" i="0" baseline="0">
                <a:solidFill>
                  <a:srgbClr val="D6000D"/>
                </a:solidFill>
                <a:latin typeface="Arial" charset="0"/>
                <a:ea typeface="Arial" charset="0"/>
                <a:cs typeface="Arial" charset="0"/>
              </a:defRPr>
            </a:lvl1pPr>
          </a:lstStyle>
          <a:p>
            <a:pPr lvl="0"/>
            <a:r>
              <a:rPr lang="en-US" dirty="0"/>
              <a:t>PRESENTER NAME</a:t>
            </a:r>
          </a:p>
        </p:txBody>
      </p:sp>
      <p:sp>
        <p:nvSpPr>
          <p:cNvPr id="15" name="Text Placeholder 13"/>
          <p:cNvSpPr>
            <a:spLocks noGrp="1"/>
          </p:cNvSpPr>
          <p:nvPr>
            <p:ph type="body" sz="quarter" idx="12" hasCustomPrompt="1"/>
          </p:nvPr>
        </p:nvSpPr>
        <p:spPr>
          <a:xfrm>
            <a:off x="1582738" y="5711637"/>
            <a:ext cx="3586670" cy="401567"/>
          </a:xfrm>
          <a:prstGeom prst="rect">
            <a:avLst/>
          </a:prstGeom>
        </p:spPr>
        <p:txBody>
          <a:bodyPr/>
          <a:lstStyle>
            <a:lvl1pPr marL="0" indent="0">
              <a:lnSpc>
                <a:spcPct val="100000"/>
              </a:lnSpc>
              <a:buNone/>
              <a:defRPr sz="1600" b="0" i="0" baseline="0">
                <a:solidFill>
                  <a:srgbClr val="D6000D"/>
                </a:solidFill>
                <a:latin typeface="Arial" charset="0"/>
                <a:ea typeface="Arial" charset="0"/>
                <a:cs typeface="Arial" charset="0"/>
              </a:defRPr>
            </a:lvl1pPr>
          </a:lstStyle>
          <a:p>
            <a:pPr lvl="0"/>
            <a:r>
              <a:rPr lang="en-US" dirty="0"/>
              <a:t>PRESENTER TITLE</a:t>
            </a:r>
          </a:p>
        </p:txBody>
      </p:sp>
      <p:sp>
        <p:nvSpPr>
          <p:cNvPr id="16" name="Text Placeholder 13"/>
          <p:cNvSpPr>
            <a:spLocks noGrp="1"/>
          </p:cNvSpPr>
          <p:nvPr>
            <p:ph type="body" sz="quarter" idx="13" hasCustomPrompt="1"/>
          </p:nvPr>
        </p:nvSpPr>
        <p:spPr>
          <a:xfrm>
            <a:off x="1582738" y="6033711"/>
            <a:ext cx="3586670" cy="401567"/>
          </a:xfrm>
          <a:prstGeom prst="rect">
            <a:avLst/>
          </a:prstGeom>
        </p:spPr>
        <p:txBody>
          <a:bodyPr/>
          <a:lstStyle>
            <a:lvl1pPr marL="0" indent="0">
              <a:lnSpc>
                <a:spcPct val="100000"/>
              </a:lnSpc>
              <a:buNone/>
              <a:defRPr sz="1200" b="0" i="0" baseline="0">
                <a:solidFill>
                  <a:srgbClr val="D6000D"/>
                </a:solidFill>
                <a:latin typeface="Arial" charset="0"/>
                <a:ea typeface="Arial" charset="0"/>
                <a:cs typeface="Arial" charset="0"/>
              </a:defRPr>
            </a:lvl1pPr>
          </a:lstStyle>
          <a:p>
            <a:pPr lvl="0"/>
            <a:r>
              <a:rPr lang="en-US" dirty="0"/>
              <a:t>DATE OF PRESENTATION</a:t>
            </a:r>
          </a:p>
        </p:txBody>
      </p:sp>
      <p:sp>
        <p:nvSpPr>
          <p:cNvPr id="5" name="Text Placeholder 4"/>
          <p:cNvSpPr>
            <a:spLocks noGrp="1"/>
          </p:cNvSpPr>
          <p:nvPr>
            <p:ph type="body" sz="quarter" idx="15" hasCustomPrompt="1"/>
          </p:nvPr>
        </p:nvSpPr>
        <p:spPr>
          <a:xfrm>
            <a:off x="1509586" y="1203608"/>
            <a:ext cx="5366702" cy="3234280"/>
          </a:xfrm>
          <a:prstGeom prst="rect">
            <a:avLst/>
          </a:prstGeom>
        </p:spPr>
        <p:txBody>
          <a:bodyPr lIns="288000" tIns="288000" rIns="288000" bIns="0"/>
          <a:lstStyle>
            <a:lvl1pPr marL="0" indent="0">
              <a:buNone/>
              <a:defRPr sz="4600" b="1">
                <a:solidFill>
                  <a:srgbClr val="D6000D"/>
                </a:solidFill>
              </a:defRPr>
            </a:lvl1pPr>
          </a:lstStyle>
          <a:p>
            <a:pPr lvl="0"/>
            <a:r>
              <a:rPr lang="en-US" dirty="0"/>
              <a:t>PRESENTATION TITLE GOES HERE UPPERCASE 48PT </a:t>
            </a: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Grey- pic left">
    <p:spTree>
      <p:nvGrpSpPr>
        <p:cNvPr id="1" name=""/>
        <p:cNvGrpSpPr/>
        <p:nvPr/>
      </p:nvGrpSpPr>
      <p:grpSpPr>
        <a:xfrm>
          <a:off x="0" y="0"/>
          <a:ext cx="0" cy="0"/>
          <a:chOff x="0" y="0"/>
          <a:chExt cx="0" cy="0"/>
        </a:xfrm>
      </p:grpSpPr>
      <p:sp>
        <p:nvSpPr>
          <p:cNvPr id="3" name="Picture Placeholder 2"/>
          <p:cNvSpPr>
            <a:spLocks noGrp="1"/>
          </p:cNvSpPr>
          <p:nvPr>
            <p:ph type="pic" sz="quarter" idx="11"/>
          </p:nvPr>
        </p:nvSpPr>
        <p:spPr>
          <a:xfrm>
            <a:off x="0" y="0"/>
            <a:ext cx="7010400" cy="6858000"/>
          </a:xfrm>
          <a:prstGeom prst="rect">
            <a:avLst/>
          </a:prstGeom>
        </p:spPr>
        <p:txBody>
          <a:bodyPr/>
          <a:lstStyle/>
          <a:p>
            <a:endParaRPr lang="en-US" dirty="0"/>
          </a:p>
        </p:txBody>
      </p:sp>
      <p:sp>
        <p:nvSpPr>
          <p:cNvPr id="5" name="Text Placeholder 4"/>
          <p:cNvSpPr>
            <a:spLocks noGrp="1"/>
          </p:cNvSpPr>
          <p:nvPr>
            <p:ph type="body" sz="quarter" idx="12" hasCustomPrompt="1"/>
          </p:nvPr>
        </p:nvSpPr>
        <p:spPr>
          <a:xfrm>
            <a:off x="7315200" y="414339"/>
            <a:ext cx="4328160" cy="999934"/>
          </a:xfrm>
          <a:prstGeom prst="rect">
            <a:avLst/>
          </a:prstGeom>
        </p:spPr>
        <p:txBody>
          <a:bodyPr/>
          <a:lstStyle>
            <a:lvl1pPr marL="0" indent="0">
              <a:buNone/>
              <a:defRPr b="1" baseline="0">
                <a:solidFill>
                  <a:srgbClr val="D6000D"/>
                </a:solidFill>
              </a:defRPr>
            </a:lvl1pPr>
          </a:lstStyle>
          <a:p>
            <a:pPr lvl="0"/>
            <a:r>
              <a:rPr lang="en-US" dirty="0"/>
              <a:t>TITLE GOES HERE IN UPPERCASE BOLD</a:t>
            </a:r>
          </a:p>
        </p:txBody>
      </p:sp>
      <p:pic>
        <p:nvPicPr>
          <p:cNvPr id="7" name="Picture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811191" y="5782559"/>
            <a:ext cx="1832169" cy="705600"/>
          </a:xfrm>
          <a:prstGeom prst="rect">
            <a:avLst/>
          </a:prstGeom>
        </p:spPr>
      </p:pic>
      <p:sp>
        <p:nvSpPr>
          <p:cNvPr id="12" name="Text Placeholder 11"/>
          <p:cNvSpPr>
            <a:spLocks noGrp="1"/>
          </p:cNvSpPr>
          <p:nvPr>
            <p:ph type="body" sz="quarter" idx="13" hasCustomPrompt="1"/>
          </p:nvPr>
        </p:nvSpPr>
        <p:spPr>
          <a:xfrm>
            <a:off x="7315200" y="1584325"/>
            <a:ext cx="4328160" cy="3206750"/>
          </a:xfrm>
          <a:prstGeom prst="rect">
            <a:avLst/>
          </a:prstGeom>
        </p:spPr>
        <p:txBody>
          <a:bodyPr/>
          <a:lstStyle>
            <a:lvl1pPr marL="0" indent="0">
              <a:lnSpc>
                <a:spcPct val="100000"/>
              </a:lnSpc>
              <a:buFontTx/>
              <a:buNone/>
              <a:defRPr sz="21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dirty="0"/>
              <a:t>Cum </a:t>
            </a:r>
            <a:r>
              <a:rPr lang="en-US" dirty="0" err="1"/>
              <a:t>sociis</a:t>
            </a:r>
            <a:r>
              <a:rPr lang="en-US" dirty="0"/>
              <a:t>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r>
              <a:rPr lang="en-US" dirty="0" err="1"/>
              <a:t>Sed</a:t>
            </a:r>
            <a:r>
              <a:rPr lang="en-US" dirty="0"/>
              <a:t> </a:t>
            </a:r>
            <a:r>
              <a:rPr lang="en-US" dirty="0" err="1"/>
              <a:t>posuere</a:t>
            </a:r>
            <a:r>
              <a:rPr lang="en-US" dirty="0"/>
              <a:t> </a:t>
            </a:r>
            <a:r>
              <a:rPr lang="en-US" dirty="0" err="1"/>
              <a:t>consectetur</a:t>
            </a:r>
            <a:r>
              <a:rPr lang="en-US" dirty="0"/>
              <a:t> </a:t>
            </a:r>
            <a:r>
              <a:rPr lang="en-US" dirty="0" err="1"/>
              <a:t>est</a:t>
            </a:r>
            <a:r>
              <a:rPr lang="en-US" dirty="0"/>
              <a:t> at </a:t>
            </a:r>
            <a:r>
              <a:rPr lang="en-US" dirty="0" err="1"/>
              <a:t>lobortis</a:t>
            </a:r>
            <a:r>
              <a:rPr lang="en-US" dirty="0"/>
              <a:t>. </a:t>
            </a:r>
            <a:r>
              <a:rPr lang="en-US" dirty="0" err="1"/>
              <a:t>Vivamus</a:t>
            </a:r>
            <a:r>
              <a:rPr lang="en-US" dirty="0"/>
              <a:t> </a:t>
            </a:r>
            <a:r>
              <a:rPr lang="en-US" dirty="0" err="1"/>
              <a:t>sagittis</a:t>
            </a:r>
            <a:r>
              <a:rPr lang="en-US" dirty="0"/>
              <a:t> lacus </a:t>
            </a:r>
            <a:r>
              <a:rPr lang="en-US" dirty="0" err="1"/>
              <a:t>vel</a:t>
            </a:r>
            <a:r>
              <a:rPr lang="en-US" dirty="0"/>
              <a:t> </a:t>
            </a:r>
            <a:r>
              <a:rPr lang="en-US" dirty="0" err="1"/>
              <a:t>augue</a:t>
            </a:r>
            <a:r>
              <a:rPr lang="en-US" dirty="0"/>
              <a:t> </a:t>
            </a:r>
            <a:r>
              <a:rPr lang="en-US" dirty="0" err="1"/>
              <a:t>laoreet</a:t>
            </a:r>
            <a:r>
              <a:rPr lang="en-US" dirty="0"/>
              <a:t> </a:t>
            </a:r>
            <a:r>
              <a:rPr lang="en-US" dirty="0" err="1"/>
              <a:t>rutrum</a:t>
            </a:r>
            <a:r>
              <a:rPr lang="en-US" dirty="0"/>
              <a:t> </a:t>
            </a:r>
            <a:r>
              <a:rPr lang="en-US" dirty="0" err="1"/>
              <a:t>faucibus</a:t>
            </a:r>
            <a:r>
              <a:rPr lang="en-US" dirty="0"/>
              <a:t> dolor </a:t>
            </a:r>
            <a:r>
              <a:rPr lang="en-US" dirty="0" err="1"/>
              <a:t>auctor</a:t>
            </a:r>
            <a:r>
              <a:rPr lang="en-US" dirty="0"/>
              <a:t>. </a:t>
            </a:r>
            <a:r>
              <a:rPr lang="en-US" dirty="0" err="1"/>
              <a:t>Praesent</a:t>
            </a:r>
            <a:r>
              <a:rPr lang="en-US" dirty="0"/>
              <a:t> </a:t>
            </a:r>
            <a:r>
              <a:rPr lang="en-US" dirty="0" err="1"/>
              <a:t>commodo</a:t>
            </a:r>
            <a:r>
              <a:rPr lang="en-US" dirty="0"/>
              <a:t> cursus magna, </a:t>
            </a:r>
            <a:r>
              <a:rPr lang="en-US" dirty="0" err="1"/>
              <a:t>vel</a:t>
            </a:r>
            <a:r>
              <a:rPr lang="en-US" dirty="0"/>
              <a:t> </a:t>
            </a:r>
            <a:r>
              <a:rPr lang="en-US" dirty="0" err="1"/>
              <a:t>scelerisque</a:t>
            </a:r>
            <a:r>
              <a:rPr lang="en-US" dirty="0"/>
              <a:t> </a:t>
            </a:r>
            <a:r>
              <a:rPr lang="en-US" dirty="0" err="1"/>
              <a:t>nisl</a:t>
            </a:r>
            <a:r>
              <a:rPr lang="en-US" dirty="0"/>
              <a:t> </a:t>
            </a:r>
            <a:r>
              <a:rPr lang="en-US" dirty="0" err="1"/>
              <a:t>consectetur</a:t>
            </a:r>
            <a:r>
              <a:rPr lang="en-US" dirty="0"/>
              <a:t> et.</a:t>
            </a: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Grey- chart left">
    <p:spTree>
      <p:nvGrpSpPr>
        <p:cNvPr id="1" name=""/>
        <p:cNvGrpSpPr/>
        <p:nvPr/>
      </p:nvGrpSpPr>
      <p:grpSpPr>
        <a:xfrm>
          <a:off x="0" y="0"/>
          <a:ext cx="0" cy="0"/>
          <a:chOff x="0" y="0"/>
          <a:chExt cx="0" cy="0"/>
        </a:xfrm>
      </p:grpSpPr>
      <p:pic>
        <p:nvPicPr>
          <p:cNvPr id="7" name="Picture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811191" y="5782559"/>
            <a:ext cx="1832169" cy="705600"/>
          </a:xfrm>
          <a:prstGeom prst="rect">
            <a:avLst/>
          </a:prstGeom>
        </p:spPr>
      </p:pic>
      <p:sp>
        <p:nvSpPr>
          <p:cNvPr id="11" name="Text Placeholder 4"/>
          <p:cNvSpPr>
            <a:spLocks noGrp="1"/>
          </p:cNvSpPr>
          <p:nvPr>
            <p:ph type="body" sz="quarter" idx="12" hasCustomPrompt="1"/>
          </p:nvPr>
        </p:nvSpPr>
        <p:spPr>
          <a:xfrm>
            <a:off x="7315200" y="414339"/>
            <a:ext cx="4328160" cy="999934"/>
          </a:xfrm>
          <a:prstGeom prst="rect">
            <a:avLst/>
          </a:prstGeom>
        </p:spPr>
        <p:txBody>
          <a:bodyPr/>
          <a:lstStyle>
            <a:lvl1pPr marL="0" indent="0">
              <a:buNone/>
              <a:defRPr b="1" baseline="0">
                <a:solidFill>
                  <a:srgbClr val="D6000D"/>
                </a:solidFill>
              </a:defRPr>
            </a:lvl1pPr>
          </a:lstStyle>
          <a:p>
            <a:pPr lvl="0"/>
            <a:r>
              <a:rPr lang="en-US" dirty="0"/>
              <a:t>TITLE GOES HERE IN UPPERCASE BOLD</a:t>
            </a:r>
          </a:p>
        </p:txBody>
      </p:sp>
      <p:sp>
        <p:nvSpPr>
          <p:cNvPr id="13" name="Text Placeholder 11"/>
          <p:cNvSpPr>
            <a:spLocks noGrp="1"/>
          </p:cNvSpPr>
          <p:nvPr>
            <p:ph type="body" sz="quarter" idx="13" hasCustomPrompt="1"/>
          </p:nvPr>
        </p:nvSpPr>
        <p:spPr>
          <a:xfrm>
            <a:off x="7315200" y="1584325"/>
            <a:ext cx="4328160" cy="3206750"/>
          </a:xfrm>
          <a:prstGeom prst="rect">
            <a:avLst/>
          </a:prstGeom>
        </p:spPr>
        <p:txBody>
          <a:bodyPr/>
          <a:lstStyle>
            <a:lvl1pPr marL="0" indent="0">
              <a:lnSpc>
                <a:spcPct val="100000"/>
              </a:lnSpc>
              <a:buFontTx/>
              <a:buNone/>
              <a:defRPr sz="21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dirty="0"/>
              <a:t>Cum </a:t>
            </a:r>
            <a:r>
              <a:rPr lang="en-US" dirty="0" err="1"/>
              <a:t>sociis</a:t>
            </a:r>
            <a:r>
              <a:rPr lang="en-US" dirty="0"/>
              <a:t>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r>
              <a:rPr lang="en-US" dirty="0" err="1"/>
              <a:t>Sed</a:t>
            </a:r>
            <a:r>
              <a:rPr lang="en-US" dirty="0"/>
              <a:t> </a:t>
            </a:r>
            <a:r>
              <a:rPr lang="en-US" dirty="0" err="1"/>
              <a:t>posuere</a:t>
            </a:r>
            <a:r>
              <a:rPr lang="en-US" dirty="0"/>
              <a:t> </a:t>
            </a:r>
            <a:r>
              <a:rPr lang="en-US" dirty="0" err="1"/>
              <a:t>consectetur</a:t>
            </a:r>
            <a:r>
              <a:rPr lang="en-US" dirty="0"/>
              <a:t> </a:t>
            </a:r>
            <a:r>
              <a:rPr lang="en-US" dirty="0" err="1"/>
              <a:t>est</a:t>
            </a:r>
            <a:r>
              <a:rPr lang="en-US" dirty="0"/>
              <a:t> at </a:t>
            </a:r>
            <a:r>
              <a:rPr lang="en-US" dirty="0" err="1"/>
              <a:t>lobortis</a:t>
            </a:r>
            <a:r>
              <a:rPr lang="en-US" dirty="0"/>
              <a:t>. </a:t>
            </a:r>
            <a:r>
              <a:rPr lang="en-US" dirty="0" err="1"/>
              <a:t>Vivamus</a:t>
            </a:r>
            <a:r>
              <a:rPr lang="en-US" dirty="0"/>
              <a:t> </a:t>
            </a:r>
            <a:r>
              <a:rPr lang="en-US" dirty="0" err="1"/>
              <a:t>sagittis</a:t>
            </a:r>
            <a:r>
              <a:rPr lang="en-US" dirty="0"/>
              <a:t> lacus </a:t>
            </a:r>
            <a:r>
              <a:rPr lang="en-US" dirty="0" err="1"/>
              <a:t>vel</a:t>
            </a:r>
            <a:r>
              <a:rPr lang="en-US" dirty="0"/>
              <a:t> </a:t>
            </a:r>
            <a:r>
              <a:rPr lang="en-US" dirty="0" err="1"/>
              <a:t>augue</a:t>
            </a:r>
            <a:r>
              <a:rPr lang="en-US" dirty="0"/>
              <a:t> </a:t>
            </a:r>
            <a:r>
              <a:rPr lang="en-US" dirty="0" err="1"/>
              <a:t>laoreet</a:t>
            </a:r>
            <a:r>
              <a:rPr lang="en-US" dirty="0"/>
              <a:t> </a:t>
            </a:r>
            <a:r>
              <a:rPr lang="en-US" dirty="0" err="1"/>
              <a:t>rutrum</a:t>
            </a:r>
            <a:r>
              <a:rPr lang="en-US" dirty="0"/>
              <a:t> </a:t>
            </a:r>
            <a:r>
              <a:rPr lang="en-US" dirty="0" err="1"/>
              <a:t>faucibus</a:t>
            </a:r>
            <a:r>
              <a:rPr lang="en-US" dirty="0"/>
              <a:t> dolor </a:t>
            </a:r>
            <a:r>
              <a:rPr lang="en-US" dirty="0" err="1"/>
              <a:t>auctor</a:t>
            </a:r>
            <a:r>
              <a:rPr lang="en-US" dirty="0"/>
              <a:t>. </a:t>
            </a:r>
            <a:r>
              <a:rPr lang="en-US" dirty="0" err="1"/>
              <a:t>Praesent</a:t>
            </a:r>
            <a:r>
              <a:rPr lang="en-US" dirty="0"/>
              <a:t> </a:t>
            </a:r>
            <a:r>
              <a:rPr lang="en-US" dirty="0" err="1"/>
              <a:t>commodo</a:t>
            </a:r>
            <a:r>
              <a:rPr lang="en-US" dirty="0"/>
              <a:t> cursus magna, </a:t>
            </a:r>
            <a:r>
              <a:rPr lang="en-US" dirty="0" err="1"/>
              <a:t>vel</a:t>
            </a:r>
            <a:r>
              <a:rPr lang="en-US" dirty="0"/>
              <a:t> </a:t>
            </a:r>
            <a:r>
              <a:rPr lang="en-US" dirty="0" err="1"/>
              <a:t>scelerisque</a:t>
            </a:r>
            <a:r>
              <a:rPr lang="en-US" dirty="0"/>
              <a:t> </a:t>
            </a:r>
            <a:r>
              <a:rPr lang="en-US" dirty="0" err="1"/>
              <a:t>nisl</a:t>
            </a:r>
            <a:r>
              <a:rPr lang="en-US" dirty="0"/>
              <a:t> </a:t>
            </a:r>
            <a:r>
              <a:rPr lang="en-US" dirty="0" err="1"/>
              <a:t>consectetur</a:t>
            </a:r>
            <a:r>
              <a:rPr lang="en-US" dirty="0"/>
              <a:t> et.</a:t>
            </a:r>
          </a:p>
        </p:txBody>
      </p:sp>
      <p:sp>
        <p:nvSpPr>
          <p:cNvPr id="14" name="Chart Placeholder 3"/>
          <p:cNvSpPr>
            <a:spLocks noGrp="1"/>
          </p:cNvSpPr>
          <p:nvPr>
            <p:ph type="chart" sz="quarter" idx="14"/>
          </p:nvPr>
        </p:nvSpPr>
        <p:spPr>
          <a:xfrm>
            <a:off x="0" y="0"/>
            <a:ext cx="7010400" cy="6858000"/>
          </a:xfrm>
          <a:prstGeom prst="rect">
            <a:avLst/>
          </a:prstGeom>
        </p:spPr>
        <p:txBody>
          <a:bodyPr/>
          <a:lstStyle/>
          <a:p>
            <a:endParaRPr lang="en-US" dirty="0"/>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Grey- pic right">
    <p:spTree>
      <p:nvGrpSpPr>
        <p:cNvPr id="1" name=""/>
        <p:cNvGrpSpPr/>
        <p:nvPr/>
      </p:nvGrpSpPr>
      <p:grpSpPr>
        <a:xfrm>
          <a:off x="0" y="0"/>
          <a:ext cx="0" cy="0"/>
          <a:chOff x="0" y="0"/>
          <a:chExt cx="0" cy="0"/>
        </a:xfrm>
      </p:grpSpPr>
      <p:sp>
        <p:nvSpPr>
          <p:cNvPr id="3" name="Picture Placeholder 2"/>
          <p:cNvSpPr>
            <a:spLocks noGrp="1"/>
          </p:cNvSpPr>
          <p:nvPr>
            <p:ph type="pic" sz="quarter" idx="11"/>
          </p:nvPr>
        </p:nvSpPr>
        <p:spPr>
          <a:xfrm>
            <a:off x="5181600" y="0"/>
            <a:ext cx="7010400" cy="6858000"/>
          </a:xfrm>
          <a:prstGeom prst="rect">
            <a:avLst/>
          </a:prstGeom>
        </p:spPr>
        <p:txBody>
          <a:bodyPr/>
          <a:lstStyle/>
          <a:p>
            <a:endParaRPr lang="en-US" dirty="0"/>
          </a:p>
        </p:txBody>
      </p:sp>
      <p:sp>
        <p:nvSpPr>
          <p:cNvPr id="5" name="Text Placeholder 4"/>
          <p:cNvSpPr>
            <a:spLocks noGrp="1"/>
          </p:cNvSpPr>
          <p:nvPr>
            <p:ph type="body" sz="quarter" idx="12" hasCustomPrompt="1"/>
          </p:nvPr>
        </p:nvSpPr>
        <p:spPr>
          <a:xfrm>
            <a:off x="548640" y="414339"/>
            <a:ext cx="4169664" cy="999934"/>
          </a:xfrm>
          <a:prstGeom prst="rect">
            <a:avLst/>
          </a:prstGeom>
        </p:spPr>
        <p:txBody>
          <a:bodyPr/>
          <a:lstStyle>
            <a:lvl1pPr marL="0" indent="0">
              <a:buNone/>
              <a:defRPr b="1" baseline="0">
                <a:solidFill>
                  <a:srgbClr val="D6000D"/>
                </a:solidFill>
              </a:defRPr>
            </a:lvl1pPr>
          </a:lstStyle>
          <a:p>
            <a:pPr lvl="0"/>
            <a:r>
              <a:rPr lang="en-US" dirty="0"/>
              <a:t>TITLE GOES HERE IN UPPERCASE BOLD</a:t>
            </a:r>
          </a:p>
        </p:txBody>
      </p:sp>
      <p:sp>
        <p:nvSpPr>
          <p:cNvPr id="12" name="Text Placeholder 11"/>
          <p:cNvSpPr>
            <a:spLocks noGrp="1"/>
          </p:cNvSpPr>
          <p:nvPr>
            <p:ph type="body" sz="quarter" idx="13" hasCustomPrompt="1"/>
          </p:nvPr>
        </p:nvSpPr>
        <p:spPr>
          <a:xfrm>
            <a:off x="548640" y="1584325"/>
            <a:ext cx="4169664" cy="3206750"/>
          </a:xfrm>
          <a:prstGeom prst="rect">
            <a:avLst/>
          </a:prstGeom>
        </p:spPr>
        <p:txBody>
          <a:bodyPr/>
          <a:lstStyle>
            <a:lvl1pPr marL="0" indent="0">
              <a:lnSpc>
                <a:spcPct val="100000"/>
              </a:lnSpc>
              <a:buFontTx/>
              <a:buNone/>
              <a:defRPr sz="21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dirty="0"/>
              <a:t>Cum </a:t>
            </a:r>
            <a:r>
              <a:rPr lang="en-US" dirty="0" err="1"/>
              <a:t>sociis</a:t>
            </a:r>
            <a:r>
              <a:rPr lang="en-US" dirty="0"/>
              <a:t>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r>
              <a:rPr lang="en-US" dirty="0" err="1"/>
              <a:t>Sed</a:t>
            </a:r>
            <a:r>
              <a:rPr lang="en-US" dirty="0"/>
              <a:t> </a:t>
            </a:r>
            <a:r>
              <a:rPr lang="en-US" dirty="0" err="1"/>
              <a:t>posuere</a:t>
            </a:r>
            <a:r>
              <a:rPr lang="en-US" dirty="0"/>
              <a:t> </a:t>
            </a:r>
            <a:r>
              <a:rPr lang="en-US" dirty="0" err="1"/>
              <a:t>consectetur</a:t>
            </a:r>
            <a:r>
              <a:rPr lang="en-US" dirty="0"/>
              <a:t> </a:t>
            </a:r>
            <a:r>
              <a:rPr lang="en-US" dirty="0" err="1"/>
              <a:t>est</a:t>
            </a:r>
            <a:r>
              <a:rPr lang="en-US" dirty="0"/>
              <a:t> at </a:t>
            </a:r>
            <a:r>
              <a:rPr lang="en-US" dirty="0" err="1"/>
              <a:t>lobortis</a:t>
            </a:r>
            <a:r>
              <a:rPr lang="en-US" dirty="0"/>
              <a:t>. </a:t>
            </a:r>
            <a:r>
              <a:rPr lang="en-US" dirty="0" err="1"/>
              <a:t>Vivamus</a:t>
            </a:r>
            <a:r>
              <a:rPr lang="en-US" dirty="0"/>
              <a:t> </a:t>
            </a:r>
            <a:r>
              <a:rPr lang="en-US" dirty="0" err="1"/>
              <a:t>sagittis</a:t>
            </a:r>
            <a:r>
              <a:rPr lang="en-US" dirty="0"/>
              <a:t> lacus </a:t>
            </a:r>
            <a:r>
              <a:rPr lang="en-US" dirty="0" err="1"/>
              <a:t>vel</a:t>
            </a:r>
            <a:r>
              <a:rPr lang="en-US" dirty="0"/>
              <a:t> </a:t>
            </a:r>
            <a:r>
              <a:rPr lang="en-US" dirty="0" err="1"/>
              <a:t>augue</a:t>
            </a:r>
            <a:r>
              <a:rPr lang="en-US" dirty="0"/>
              <a:t> </a:t>
            </a:r>
            <a:r>
              <a:rPr lang="en-US" dirty="0" err="1"/>
              <a:t>laoreet</a:t>
            </a:r>
            <a:r>
              <a:rPr lang="en-US" dirty="0"/>
              <a:t> </a:t>
            </a:r>
            <a:r>
              <a:rPr lang="en-US" dirty="0" err="1"/>
              <a:t>rutrum</a:t>
            </a:r>
            <a:r>
              <a:rPr lang="en-US" dirty="0"/>
              <a:t> </a:t>
            </a:r>
            <a:r>
              <a:rPr lang="en-US" dirty="0" err="1"/>
              <a:t>faucibus</a:t>
            </a:r>
            <a:r>
              <a:rPr lang="en-US" dirty="0"/>
              <a:t> dolor </a:t>
            </a:r>
            <a:r>
              <a:rPr lang="en-US" dirty="0" err="1"/>
              <a:t>auctor</a:t>
            </a:r>
            <a:r>
              <a:rPr lang="en-US" dirty="0"/>
              <a:t>. </a:t>
            </a:r>
            <a:r>
              <a:rPr lang="en-US" dirty="0" err="1"/>
              <a:t>Praesent</a:t>
            </a:r>
            <a:r>
              <a:rPr lang="en-US" dirty="0"/>
              <a:t> </a:t>
            </a:r>
            <a:r>
              <a:rPr lang="en-US" dirty="0" err="1"/>
              <a:t>commodo</a:t>
            </a:r>
            <a:r>
              <a:rPr lang="en-US" dirty="0"/>
              <a:t> cursus magna, </a:t>
            </a:r>
            <a:r>
              <a:rPr lang="en-US" dirty="0" err="1"/>
              <a:t>vel</a:t>
            </a:r>
            <a:r>
              <a:rPr lang="en-US" dirty="0"/>
              <a:t> </a:t>
            </a:r>
            <a:r>
              <a:rPr lang="en-US" dirty="0" err="1"/>
              <a:t>scelerisque</a:t>
            </a:r>
            <a:r>
              <a:rPr lang="en-US" dirty="0"/>
              <a:t> </a:t>
            </a:r>
            <a:r>
              <a:rPr lang="en-US" dirty="0" err="1"/>
              <a:t>nisl</a:t>
            </a:r>
            <a:r>
              <a:rPr lang="en-US" dirty="0"/>
              <a:t> </a:t>
            </a:r>
            <a:r>
              <a:rPr lang="en-US" dirty="0" err="1"/>
              <a:t>consectetur</a:t>
            </a:r>
            <a:r>
              <a:rPr lang="en-US" dirty="0"/>
              <a:t> et.</a:t>
            </a:r>
          </a:p>
        </p:txBody>
      </p:sp>
      <p:pic>
        <p:nvPicPr>
          <p:cNvPr id="8" name="Picture 7"/>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48640" y="5782559"/>
            <a:ext cx="1832169" cy="705600"/>
          </a:xfrm>
          <a:prstGeom prst="rect">
            <a:avLst/>
          </a:prstGeom>
        </p:spPr>
      </p:pic>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Grey- pic narrow right">
    <p:spTree>
      <p:nvGrpSpPr>
        <p:cNvPr id="1" name=""/>
        <p:cNvGrpSpPr/>
        <p:nvPr/>
      </p:nvGrpSpPr>
      <p:grpSpPr>
        <a:xfrm>
          <a:off x="0" y="0"/>
          <a:ext cx="0" cy="0"/>
          <a:chOff x="0" y="0"/>
          <a:chExt cx="0" cy="0"/>
        </a:xfrm>
      </p:grpSpPr>
      <p:sp>
        <p:nvSpPr>
          <p:cNvPr id="3" name="Picture Placeholder 2"/>
          <p:cNvSpPr>
            <a:spLocks noGrp="1"/>
          </p:cNvSpPr>
          <p:nvPr>
            <p:ph type="pic" sz="quarter" idx="11"/>
          </p:nvPr>
        </p:nvSpPr>
        <p:spPr>
          <a:xfrm>
            <a:off x="7010400" y="0"/>
            <a:ext cx="5181600" cy="6858000"/>
          </a:xfrm>
          <a:prstGeom prst="rect">
            <a:avLst/>
          </a:prstGeom>
        </p:spPr>
        <p:txBody>
          <a:bodyPr/>
          <a:lstStyle/>
          <a:p>
            <a:endParaRPr lang="en-US" dirty="0"/>
          </a:p>
        </p:txBody>
      </p:sp>
      <p:sp>
        <p:nvSpPr>
          <p:cNvPr id="4" name="Text Placeholder 4"/>
          <p:cNvSpPr>
            <a:spLocks noGrp="1"/>
          </p:cNvSpPr>
          <p:nvPr>
            <p:ph type="body" sz="quarter" idx="12" hasCustomPrompt="1"/>
          </p:nvPr>
        </p:nvSpPr>
        <p:spPr>
          <a:xfrm>
            <a:off x="548640" y="780099"/>
            <a:ext cx="5596128" cy="999934"/>
          </a:xfrm>
          <a:prstGeom prst="rect">
            <a:avLst/>
          </a:prstGeom>
        </p:spPr>
        <p:txBody>
          <a:bodyPr/>
          <a:lstStyle>
            <a:lvl1pPr marL="0" indent="0">
              <a:buNone/>
              <a:defRPr sz="3600" b="1" baseline="0">
                <a:solidFill>
                  <a:srgbClr val="D6000D"/>
                </a:solidFill>
              </a:defRPr>
            </a:lvl1pPr>
          </a:lstStyle>
          <a:p>
            <a:pPr lvl="0"/>
            <a:r>
              <a:rPr lang="en-US" dirty="0"/>
              <a:t>TITLE GOES HERE IN UPPERCASE BOLD</a:t>
            </a:r>
          </a:p>
        </p:txBody>
      </p:sp>
      <p:sp>
        <p:nvSpPr>
          <p:cNvPr id="5" name="Text Placeholder 11"/>
          <p:cNvSpPr>
            <a:spLocks noGrp="1"/>
          </p:cNvSpPr>
          <p:nvPr>
            <p:ph type="body" sz="quarter" idx="13" hasCustomPrompt="1"/>
          </p:nvPr>
        </p:nvSpPr>
        <p:spPr>
          <a:xfrm>
            <a:off x="548640" y="2099553"/>
            <a:ext cx="5596128" cy="3206750"/>
          </a:xfrm>
          <a:prstGeom prst="rect">
            <a:avLst/>
          </a:prstGeom>
        </p:spPr>
        <p:txBody>
          <a:bodyPr/>
          <a:lstStyle>
            <a:lvl1pPr marL="0" indent="0">
              <a:lnSpc>
                <a:spcPct val="100000"/>
              </a:lnSpc>
              <a:buFontTx/>
              <a:buNone/>
              <a:defRPr sz="21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dirty="0"/>
              <a:t>Cum </a:t>
            </a:r>
            <a:r>
              <a:rPr lang="en-US" dirty="0" err="1"/>
              <a:t>sociis</a:t>
            </a:r>
            <a:r>
              <a:rPr lang="en-US" dirty="0"/>
              <a:t>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r>
              <a:rPr lang="en-US" dirty="0" err="1"/>
              <a:t>Sed</a:t>
            </a:r>
            <a:r>
              <a:rPr lang="en-US" dirty="0"/>
              <a:t> </a:t>
            </a:r>
            <a:r>
              <a:rPr lang="en-US" dirty="0" err="1"/>
              <a:t>posuere</a:t>
            </a:r>
            <a:r>
              <a:rPr lang="en-US" dirty="0"/>
              <a:t> </a:t>
            </a:r>
            <a:r>
              <a:rPr lang="en-US" dirty="0" err="1"/>
              <a:t>consectetur</a:t>
            </a:r>
            <a:r>
              <a:rPr lang="en-US" dirty="0"/>
              <a:t> </a:t>
            </a:r>
            <a:r>
              <a:rPr lang="en-US" dirty="0" err="1"/>
              <a:t>est</a:t>
            </a:r>
            <a:r>
              <a:rPr lang="en-US" dirty="0"/>
              <a:t> at </a:t>
            </a:r>
            <a:r>
              <a:rPr lang="en-US" dirty="0" err="1"/>
              <a:t>lobortis</a:t>
            </a:r>
            <a:r>
              <a:rPr lang="en-US" dirty="0"/>
              <a:t>. </a:t>
            </a:r>
            <a:r>
              <a:rPr lang="en-US" dirty="0" err="1"/>
              <a:t>Vivamus</a:t>
            </a:r>
            <a:r>
              <a:rPr lang="en-US" dirty="0"/>
              <a:t> </a:t>
            </a:r>
            <a:r>
              <a:rPr lang="en-US" dirty="0" err="1"/>
              <a:t>sagittis</a:t>
            </a:r>
            <a:r>
              <a:rPr lang="en-US" dirty="0"/>
              <a:t> lacus </a:t>
            </a:r>
            <a:r>
              <a:rPr lang="en-US" dirty="0" err="1"/>
              <a:t>vel</a:t>
            </a:r>
            <a:r>
              <a:rPr lang="en-US" dirty="0"/>
              <a:t> </a:t>
            </a:r>
            <a:r>
              <a:rPr lang="en-US" dirty="0" err="1"/>
              <a:t>augue</a:t>
            </a:r>
            <a:r>
              <a:rPr lang="en-US" dirty="0"/>
              <a:t> </a:t>
            </a:r>
            <a:r>
              <a:rPr lang="en-US" dirty="0" err="1"/>
              <a:t>laoreet</a:t>
            </a:r>
            <a:r>
              <a:rPr lang="en-US" dirty="0"/>
              <a:t> </a:t>
            </a:r>
            <a:r>
              <a:rPr lang="en-US" dirty="0" err="1"/>
              <a:t>rutrum</a:t>
            </a:r>
            <a:r>
              <a:rPr lang="en-US" dirty="0"/>
              <a:t> </a:t>
            </a:r>
            <a:r>
              <a:rPr lang="en-US" dirty="0" err="1"/>
              <a:t>faucibus</a:t>
            </a:r>
            <a:r>
              <a:rPr lang="en-US" dirty="0"/>
              <a:t> dolor </a:t>
            </a:r>
            <a:r>
              <a:rPr lang="en-US" dirty="0" err="1"/>
              <a:t>auctor</a:t>
            </a:r>
            <a:r>
              <a:rPr lang="en-US" dirty="0"/>
              <a:t>. </a:t>
            </a:r>
            <a:r>
              <a:rPr lang="en-US" dirty="0" err="1"/>
              <a:t>Praesent</a:t>
            </a:r>
            <a:r>
              <a:rPr lang="en-US" dirty="0"/>
              <a:t> </a:t>
            </a:r>
            <a:r>
              <a:rPr lang="en-US" dirty="0" err="1"/>
              <a:t>commodo</a:t>
            </a:r>
            <a:r>
              <a:rPr lang="en-US" dirty="0"/>
              <a:t> cursus magna, </a:t>
            </a:r>
            <a:r>
              <a:rPr lang="en-US" dirty="0" err="1"/>
              <a:t>vel</a:t>
            </a:r>
            <a:r>
              <a:rPr lang="en-US" dirty="0"/>
              <a:t> </a:t>
            </a:r>
            <a:r>
              <a:rPr lang="en-US" dirty="0" err="1"/>
              <a:t>scelerisque</a:t>
            </a:r>
            <a:r>
              <a:rPr lang="en-US" dirty="0"/>
              <a:t> </a:t>
            </a:r>
            <a:r>
              <a:rPr lang="en-US" dirty="0" err="1"/>
              <a:t>nisl</a:t>
            </a:r>
            <a:r>
              <a:rPr lang="en-US" dirty="0"/>
              <a:t> </a:t>
            </a:r>
            <a:r>
              <a:rPr lang="en-US" dirty="0" err="1"/>
              <a:t>consectetur</a:t>
            </a:r>
            <a:r>
              <a:rPr lang="en-US" dirty="0"/>
              <a:t> et.</a:t>
            </a:r>
          </a:p>
        </p:txBody>
      </p:sp>
      <p:pic>
        <p:nvPicPr>
          <p:cNvPr id="7" name="Picture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48640" y="5782559"/>
            <a:ext cx="1832169" cy="705600"/>
          </a:xfrm>
          <a:prstGeom prst="rect">
            <a:avLst/>
          </a:prstGeom>
        </p:spPr>
      </p:pic>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Grey- text">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811191" y="5782559"/>
            <a:ext cx="1832169" cy="705600"/>
          </a:xfrm>
          <a:prstGeom prst="rect">
            <a:avLst/>
          </a:prstGeom>
        </p:spPr>
      </p:pic>
      <p:sp>
        <p:nvSpPr>
          <p:cNvPr id="4" name="Text Placeholder 4"/>
          <p:cNvSpPr>
            <a:spLocks noGrp="1"/>
          </p:cNvSpPr>
          <p:nvPr>
            <p:ph type="body" sz="quarter" idx="12" hasCustomPrompt="1"/>
          </p:nvPr>
        </p:nvSpPr>
        <p:spPr>
          <a:xfrm>
            <a:off x="548640" y="1609154"/>
            <a:ext cx="6851904" cy="1402269"/>
          </a:xfrm>
          <a:prstGeom prst="rect">
            <a:avLst/>
          </a:prstGeom>
        </p:spPr>
        <p:txBody>
          <a:bodyPr/>
          <a:lstStyle>
            <a:lvl1pPr marL="0" indent="0">
              <a:buNone/>
              <a:defRPr sz="4800" b="1" baseline="0">
                <a:solidFill>
                  <a:srgbClr val="D6000D"/>
                </a:solidFill>
              </a:defRPr>
            </a:lvl1pPr>
          </a:lstStyle>
          <a:p>
            <a:pPr lvl="0"/>
            <a:r>
              <a:rPr lang="en-US" dirty="0"/>
              <a:t>TITLE GOES HERE IN UPPERCASE BOLD</a:t>
            </a:r>
          </a:p>
        </p:txBody>
      </p:sp>
      <p:sp>
        <p:nvSpPr>
          <p:cNvPr id="5" name="Text Placeholder 11"/>
          <p:cNvSpPr>
            <a:spLocks noGrp="1"/>
          </p:cNvSpPr>
          <p:nvPr>
            <p:ph type="body" sz="quarter" idx="13" hasCustomPrompt="1"/>
          </p:nvPr>
        </p:nvSpPr>
        <p:spPr>
          <a:xfrm>
            <a:off x="548640" y="3281409"/>
            <a:ext cx="6851904" cy="1827039"/>
          </a:xfrm>
          <a:prstGeom prst="rect">
            <a:avLst/>
          </a:prstGeom>
        </p:spPr>
        <p:txBody>
          <a:bodyPr/>
          <a:lstStyle>
            <a:lvl1pPr marL="342900" indent="-342900">
              <a:lnSpc>
                <a:spcPct val="100000"/>
              </a:lnSpc>
              <a:buFont typeface="Arial" charset="0"/>
              <a:buChar char="•"/>
              <a:defRPr sz="21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dirty="0"/>
              <a:t>Cum </a:t>
            </a:r>
            <a:r>
              <a:rPr lang="en-US" dirty="0" err="1"/>
              <a:t>sociis</a:t>
            </a:r>
            <a:r>
              <a:rPr lang="en-US" dirty="0"/>
              <a:t> </a:t>
            </a:r>
            <a:r>
              <a:rPr lang="en-US" dirty="0" err="1"/>
              <a:t>natoque</a:t>
            </a:r>
            <a:r>
              <a:rPr lang="en-US" dirty="0"/>
              <a:t> </a:t>
            </a:r>
            <a:r>
              <a:rPr lang="en-US" dirty="0" err="1"/>
              <a:t>penatibus</a:t>
            </a:r>
            <a:r>
              <a:rPr lang="en-US" dirty="0"/>
              <a:t> </a:t>
            </a:r>
          </a:p>
          <a:p>
            <a:pPr lvl="0"/>
            <a:r>
              <a:rPr lang="en-US" dirty="0" err="1"/>
              <a:t>Magnis</a:t>
            </a:r>
            <a:r>
              <a:rPr lang="en-US" dirty="0"/>
              <a:t> dis parturient </a:t>
            </a:r>
            <a:r>
              <a:rPr lang="en-US" dirty="0" err="1"/>
              <a:t>montes</a:t>
            </a:r>
            <a:endParaRPr lang="en-US" dirty="0"/>
          </a:p>
          <a:p>
            <a:pPr lvl="0"/>
            <a:r>
              <a:rPr lang="en-US" dirty="0" err="1"/>
              <a:t>Vivamus</a:t>
            </a:r>
            <a:r>
              <a:rPr lang="en-US" dirty="0"/>
              <a:t> </a:t>
            </a:r>
            <a:r>
              <a:rPr lang="en-US" dirty="0" err="1"/>
              <a:t>sagittis</a:t>
            </a:r>
            <a:r>
              <a:rPr lang="en-US" dirty="0"/>
              <a:t> lacus </a:t>
            </a:r>
            <a:r>
              <a:rPr lang="en-US" dirty="0" err="1"/>
              <a:t>vel</a:t>
            </a:r>
            <a:r>
              <a:rPr lang="en-US" dirty="0"/>
              <a:t> </a:t>
            </a:r>
            <a:r>
              <a:rPr lang="en-US" dirty="0" err="1"/>
              <a:t>augue</a:t>
            </a:r>
            <a:r>
              <a:rPr lang="en-US" dirty="0"/>
              <a:t> </a:t>
            </a:r>
            <a:r>
              <a:rPr lang="en-US" dirty="0" err="1"/>
              <a:t>laoreet</a:t>
            </a:r>
            <a:endParaRPr lang="en-US" dirty="0"/>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Grey- chart">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811191" y="5782559"/>
            <a:ext cx="1832169" cy="705600"/>
          </a:xfrm>
          <a:prstGeom prst="rect">
            <a:avLst/>
          </a:prstGeom>
        </p:spPr>
      </p:pic>
      <p:sp>
        <p:nvSpPr>
          <p:cNvPr id="6" name="Chart Placeholder 3"/>
          <p:cNvSpPr>
            <a:spLocks noGrp="1"/>
          </p:cNvSpPr>
          <p:nvPr>
            <p:ph type="chart" sz="quarter" idx="10"/>
          </p:nvPr>
        </p:nvSpPr>
        <p:spPr>
          <a:xfrm>
            <a:off x="548639" y="401637"/>
            <a:ext cx="8900161" cy="6086521"/>
          </a:xfrm>
          <a:prstGeom prst="rect">
            <a:avLst/>
          </a:prstGeom>
        </p:spPr>
        <p:txBody>
          <a:bodyPr/>
          <a:lstStyle/>
          <a:p>
            <a:endParaRPr lang="en-US" dirty="0"/>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Grey- 3 column">
    <p:spTree>
      <p:nvGrpSpPr>
        <p:cNvPr id="1" name=""/>
        <p:cNvGrpSpPr/>
        <p:nvPr/>
      </p:nvGrpSpPr>
      <p:grpSpPr>
        <a:xfrm>
          <a:off x="0" y="0"/>
          <a:ext cx="0" cy="0"/>
          <a:chOff x="0" y="0"/>
          <a:chExt cx="0" cy="0"/>
        </a:xfrm>
      </p:grpSpPr>
      <p:sp>
        <p:nvSpPr>
          <p:cNvPr id="3" name="Picture Placeholder 2"/>
          <p:cNvSpPr>
            <a:spLocks noGrp="1"/>
          </p:cNvSpPr>
          <p:nvPr>
            <p:ph type="pic" sz="quarter" idx="11"/>
          </p:nvPr>
        </p:nvSpPr>
        <p:spPr>
          <a:xfrm>
            <a:off x="1158240" y="931363"/>
            <a:ext cx="2316480" cy="2266122"/>
          </a:xfrm>
          <a:prstGeom prst="rect">
            <a:avLst/>
          </a:prstGeom>
        </p:spPr>
        <p:txBody>
          <a:bodyPr/>
          <a:lstStyle/>
          <a:p>
            <a:endParaRPr lang="en-US" dirty="0"/>
          </a:p>
        </p:txBody>
      </p:sp>
      <p:sp>
        <p:nvSpPr>
          <p:cNvPr id="5" name="Text Placeholder 4"/>
          <p:cNvSpPr>
            <a:spLocks noGrp="1"/>
          </p:cNvSpPr>
          <p:nvPr>
            <p:ph type="body" sz="quarter" idx="12" hasCustomPrompt="1"/>
          </p:nvPr>
        </p:nvSpPr>
        <p:spPr>
          <a:xfrm>
            <a:off x="646176" y="3389187"/>
            <a:ext cx="3340608" cy="756093"/>
          </a:xfrm>
          <a:prstGeom prst="rect">
            <a:avLst/>
          </a:prstGeom>
        </p:spPr>
        <p:txBody>
          <a:bodyPr/>
          <a:lstStyle>
            <a:lvl1pPr marL="0" indent="0" algn="ctr">
              <a:buNone/>
              <a:defRPr sz="2400" b="1" baseline="0">
                <a:solidFill>
                  <a:srgbClr val="2F2F2F"/>
                </a:solidFill>
              </a:defRPr>
            </a:lvl1pPr>
          </a:lstStyle>
          <a:p>
            <a:pPr lvl="0"/>
            <a:r>
              <a:rPr lang="en-US" dirty="0"/>
              <a:t>TITLE GOES HERE IN UPPERCASE BOLD</a:t>
            </a:r>
          </a:p>
        </p:txBody>
      </p:sp>
      <p:pic>
        <p:nvPicPr>
          <p:cNvPr id="7" name="Picture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814560" y="5782559"/>
            <a:ext cx="1832169" cy="705600"/>
          </a:xfrm>
          <a:prstGeom prst="rect">
            <a:avLst/>
          </a:prstGeom>
        </p:spPr>
      </p:pic>
      <p:sp>
        <p:nvSpPr>
          <p:cNvPr id="12" name="Text Placeholder 11"/>
          <p:cNvSpPr>
            <a:spLocks noGrp="1"/>
          </p:cNvSpPr>
          <p:nvPr>
            <p:ph type="body" sz="quarter" idx="13" hasCustomPrompt="1"/>
          </p:nvPr>
        </p:nvSpPr>
        <p:spPr>
          <a:xfrm>
            <a:off x="646176" y="4196196"/>
            <a:ext cx="3340608" cy="1341755"/>
          </a:xfrm>
          <a:prstGeom prst="rect">
            <a:avLst/>
          </a:prstGeom>
        </p:spPr>
        <p:txBody>
          <a:bodyPr/>
          <a:lstStyle>
            <a:lvl1pPr marL="0" indent="0" algn="ctr">
              <a:lnSpc>
                <a:spcPct val="100000"/>
              </a:lnSpc>
              <a:buFontTx/>
              <a:buNone/>
              <a:defRPr sz="18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dirty="0"/>
              <a:t>Cum </a:t>
            </a:r>
            <a:r>
              <a:rPr lang="en-US" dirty="0" err="1"/>
              <a:t>sociis</a:t>
            </a:r>
            <a:r>
              <a:rPr lang="en-US" dirty="0"/>
              <a:t>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a:t>
            </a:r>
          </a:p>
        </p:txBody>
      </p:sp>
      <p:sp>
        <p:nvSpPr>
          <p:cNvPr id="6" name="Picture Placeholder 2"/>
          <p:cNvSpPr>
            <a:spLocks noGrp="1"/>
          </p:cNvSpPr>
          <p:nvPr>
            <p:ph type="pic" sz="quarter" idx="14"/>
          </p:nvPr>
        </p:nvSpPr>
        <p:spPr>
          <a:xfrm>
            <a:off x="4907280" y="931363"/>
            <a:ext cx="2316480" cy="2266122"/>
          </a:xfrm>
          <a:prstGeom prst="rect">
            <a:avLst/>
          </a:prstGeom>
        </p:spPr>
        <p:txBody>
          <a:bodyPr/>
          <a:lstStyle/>
          <a:p>
            <a:endParaRPr lang="en-US" dirty="0"/>
          </a:p>
        </p:txBody>
      </p:sp>
      <p:sp>
        <p:nvSpPr>
          <p:cNvPr id="8" name="Text Placeholder 4"/>
          <p:cNvSpPr>
            <a:spLocks noGrp="1"/>
          </p:cNvSpPr>
          <p:nvPr>
            <p:ph type="body" sz="quarter" idx="15" hasCustomPrompt="1"/>
          </p:nvPr>
        </p:nvSpPr>
        <p:spPr>
          <a:xfrm>
            <a:off x="4395216" y="3389187"/>
            <a:ext cx="3340608" cy="756093"/>
          </a:xfrm>
          <a:prstGeom prst="rect">
            <a:avLst/>
          </a:prstGeom>
        </p:spPr>
        <p:txBody>
          <a:bodyPr/>
          <a:lstStyle>
            <a:lvl1pPr marL="0" indent="0" algn="ctr">
              <a:buNone/>
              <a:defRPr sz="2400" b="1" baseline="0">
                <a:solidFill>
                  <a:srgbClr val="2F2F2F"/>
                </a:solidFill>
              </a:defRPr>
            </a:lvl1pPr>
          </a:lstStyle>
          <a:p>
            <a:pPr lvl="0"/>
            <a:r>
              <a:rPr lang="en-US" dirty="0"/>
              <a:t>TITLE GOES HERE IN UPPERCASE BOLD</a:t>
            </a:r>
          </a:p>
        </p:txBody>
      </p:sp>
      <p:sp>
        <p:nvSpPr>
          <p:cNvPr id="9" name="Text Placeholder 11"/>
          <p:cNvSpPr>
            <a:spLocks noGrp="1"/>
          </p:cNvSpPr>
          <p:nvPr>
            <p:ph type="body" sz="quarter" idx="16" hasCustomPrompt="1"/>
          </p:nvPr>
        </p:nvSpPr>
        <p:spPr>
          <a:xfrm>
            <a:off x="4395216" y="4196196"/>
            <a:ext cx="3340608" cy="1341755"/>
          </a:xfrm>
          <a:prstGeom prst="rect">
            <a:avLst/>
          </a:prstGeom>
        </p:spPr>
        <p:txBody>
          <a:bodyPr/>
          <a:lstStyle>
            <a:lvl1pPr marL="0" indent="0" algn="ctr">
              <a:lnSpc>
                <a:spcPct val="100000"/>
              </a:lnSpc>
              <a:buFontTx/>
              <a:buNone/>
              <a:defRPr sz="18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dirty="0"/>
              <a:t>Cum </a:t>
            </a:r>
            <a:r>
              <a:rPr lang="en-US" dirty="0" err="1"/>
              <a:t>sociis</a:t>
            </a:r>
            <a:r>
              <a:rPr lang="en-US" dirty="0"/>
              <a:t>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a:t>
            </a:r>
          </a:p>
        </p:txBody>
      </p:sp>
      <p:sp>
        <p:nvSpPr>
          <p:cNvPr id="10" name="Picture Placeholder 2"/>
          <p:cNvSpPr>
            <a:spLocks noGrp="1"/>
          </p:cNvSpPr>
          <p:nvPr>
            <p:ph type="pic" sz="quarter" idx="17"/>
          </p:nvPr>
        </p:nvSpPr>
        <p:spPr>
          <a:xfrm>
            <a:off x="8656320" y="931363"/>
            <a:ext cx="2316480" cy="2266122"/>
          </a:xfrm>
          <a:prstGeom prst="rect">
            <a:avLst/>
          </a:prstGeom>
        </p:spPr>
        <p:txBody>
          <a:bodyPr/>
          <a:lstStyle/>
          <a:p>
            <a:endParaRPr lang="en-US" dirty="0"/>
          </a:p>
        </p:txBody>
      </p:sp>
      <p:sp>
        <p:nvSpPr>
          <p:cNvPr id="11" name="Text Placeholder 4"/>
          <p:cNvSpPr>
            <a:spLocks noGrp="1"/>
          </p:cNvSpPr>
          <p:nvPr>
            <p:ph type="body" sz="quarter" idx="18" hasCustomPrompt="1"/>
          </p:nvPr>
        </p:nvSpPr>
        <p:spPr>
          <a:xfrm>
            <a:off x="8144256" y="3389187"/>
            <a:ext cx="3340608" cy="756093"/>
          </a:xfrm>
          <a:prstGeom prst="rect">
            <a:avLst/>
          </a:prstGeom>
        </p:spPr>
        <p:txBody>
          <a:bodyPr/>
          <a:lstStyle>
            <a:lvl1pPr marL="0" indent="0" algn="ctr">
              <a:buNone/>
              <a:defRPr sz="2400" b="1" baseline="0">
                <a:solidFill>
                  <a:srgbClr val="2F2F2F"/>
                </a:solidFill>
              </a:defRPr>
            </a:lvl1pPr>
          </a:lstStyle>
          <a:p>
            <a:pPr lvl="0"/>
            <a:r>
              <a:rPr lang="en-US" dirty="0"/>
              <a:t>TITLE GOES HERE IN UPPERCASE BOLD</a:t>
            </a:r>
          </a:p>
        </p:txBody>
      </p:sp>
      <p:sp>
        <p:nvSpPr>
          <p:cNvPr id="13" name="Text Placeholder 11"/>
          <p:cNvSpPr>
            <a:spLocks noGrp="1"/>
          </p:cNvSpPr>
          <p:nvPr>
            <p:ph type="body" sz="quarter" idx="19" hasCustomPrompt="1"/>
          </p:nvPr>
        </p:nvSpPr>
        <p:spPr>
          <a:xfrm>
            <a:off x="8144256" y="4196196"/>
            <a:ext cx="3340608" cy="1341755"/>
          </a:xfrm>
          <a:prstGeom prst="rect">
            <a:avLst/>
          </a:prstGeom>
        </p:spPr>
        <p:txBody>
          <a:bodyPr/>
          <a:lstStyle>
            <a:lvl1pPr marL="0" indent="0" algn="ctr">
              <a:lnSpc>
                <a:spcPct val="100000"/>
              </a:lnSpc>
              <a:buFontTx/>
              <a:buNone/>
              <a:defRPr sz="18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dirty="0"/>
              <a:t>Cum </a:t>
            </a:r>
            <a:r>
              <a:rPr lang="en-US" dirty="0" err="1"/>
              <a:t>sociis</a:t>
            </a:r>
            <a:r>
              <a:rPr lang="en-US" dirty="0"/>
              <a:t>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a:t>
            </a: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Red - pic left">
    <p:spTree>
      <p:nvGrpSpPr>
        <p:cNvPr id="1" name=""/>
        <p:cNvGrpSpPr/>
        <p:nvPr/>
      </p:nvGrpSpPr>
      <p:grpSpPr>
        <a:xfrm>
          <a:off x="0" y="0"/>
          <a:ext cx="0" cy="0"/>
          <a:chOff x="0" y="0"/>
          <a:chExt cx="0" cy="0"/>
        </a:xfrm>
      </p:grpSpPr>
      <p:sp>
        <p:nvSpPr>
          <p:cNvPr id="3" name="Picture Placeholder 2"/>
          <p:cNvSpPr>
            <a:spLocks noGrp="1"/>
          </p:cNvSpPr>
          <p:nvPr>
            <p:ph type="pic" sz="quarter" idx="11"/>
          </p:nvPr>
        </p:nvSpPr>
        <p:spPr>
          <a:xfrm>
            <a:off x="0" y="0"/>
            <a:ext cx="7010400" cy="6858000"/>
          </a:xfrm>
          <a:prstGeom prst="rect">
            <a:avLst/>
          </a:prstGeom>
        </p:spPr>
        <p:txBody>
          <a:bodyPr/>
          <a:lstStyle/>
          <a:p>
            <a:endParaRPr lang="en-US" dirty="0"/>
          </a:p>
        </p:txBody>
      </p:sp>
      <p:sp>
        <p:nvSpPr>
          <p:cNvPr id="5" name="Text Placeholder 4"/>
          <p:cNvSpPr>
            <a:spLocks noGrp="1"/>
          </p:cNvSpPr>
          <p:nvPr>
            <p:ph type="body" sz="quarter" idx="12" hasCustomPrompt="1"/>
          </p:nvPr>
        </p:nvSpPr>
        <p:spPr>
          <a:xfrm>
            <a:off x="7315200" y="414339"/>
            <a:ext cx="4316540" cy="999934"/>
          </a:xfrm>
          <a:prstGeom prst="rect">
            <a:avLst/>
          </a:prstGeom>
          <a:noFill/>
        </p:spPr>
        <p:txBody>
          <a:bodyPr/>
          <a:lstStyle>
            <a:lvl1pPr marL="0" indent="0">
              <a:buNone/>
              <a:defRPr b="1" baseline="0">
                <a:solidFill>
                  <a:schemeClr val="bg1"/>
                </a:solidFill>
              </a:defRPr>
            </a:lvl1pPr>
          </a:lstStyle>
          <a:p>
            <a:pPr lvl="0"/>
            <a:r>
              <a:rPr lang="en-US" dirty="0"/>
              <a:t>TITLE GOES HERE IN UPPERCASE BOLD</a:t>
            </a:r>
          </a:p>
        </p:txBody>
      </p:sp>
      <p:sp>
        <p:nvSpPr>
          <p:cNvPr id="12" name="Text Placeholder 11"/>
          <p:cNvSpPr>
            <a:spLocks noGrp="1"/>
          </p:cNvSpPr>
          <p:nvPr>
            <p:ph type="body" sz="quarter" idx="13" hasCustomPrompt="1"/>
          </p:nvPr>
        </p:nvSpPr>
        <p:spPr>
          <a:xfrm>
            <a:off x="7315200" y="1584325"/>
            <a:ext cx="4316540" cy="3206750"/>
          </a:xfrm>
          <a:prstGeom prst="rect">
            <a:avLst/>
          </a:prstGeom>
        </p:spPr>
        <p:txBody>
          <a:bodyPr/>
          <a:lstStyle>
            <a:lvl1pPr marL="0" indent="0">
              <a:lnSpc>
                <a:spcPct val="100000"/>
              </a:lnSpc>
              <a:buFontTx/>
              <a:buNone/>
              <a:defRPr sz="2100">
                <a:solidFill>
                  <a:schemeClr val="bg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dirty="0"/>
              <a:t>Cum </a:t>
            </a:r>
            <a:r>
              <a:rPr lang="en-US" dirty="0" err="1"/>
              <a:t>sociis</a:t>
            </a:r>
            <a:r>
              <a:rPr lang="en-US" dirty="0"/>
              <a:t>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r>
              <a:rPr lang="en-US" dirty="0" err="1"/>
              <a:t>Sed</a:t>
            </a:r>
            <a:r>
              <a:rPr lang="en-US" dirty="0"/>
              <a:t> </a:t>
            </a:r>
            <a:r>
              <a:rPr lang="en-US" dirty="0" err="1"/>
              <a:t>posuere</a:t>
            </a:r>
            <a:r>
              <a:rPr lang="en-US" dirty="0"/>
              <a:t> </a:t>
            </a:r>
            <a:r>
              <a:rPr lang="en-US" dirty="0" err="1"/>
              <a:t>consectetur</a:t>
            </a:r>
            <a:r>
              <a:rPr lang="en-US" dirty="0"/>
              <a:t> </a:t>
            </a:r>
            <a:r>
              <a:rPr lang="en-US" dirty="0" err="1"/>
              <a:t>est</a:t>
            </a:r>
            <a:r>
              <a:rPr lang="en-US" dirty="0"/>
              <a:t> at </a:t>
            </a:r>
            <a:r>
              <a:rPr lang="en-US" dirty="0" err="1"/>
              <a:t>lobortis</a:t>
            </a:r>
            <a:r>
              <a:rPr lang="en-US" dirty="0"/>
              <a:t>. </a:t>
            </a:r>
            <a:r>
              <a:rPr lang="en-US" dirty="0" err="1"/>
              <a:t>Vivamus</a:t>
            </a:r>
            <a:r>
              <a:rPr lang="en-US" dirty="0"/>
              <a:t> </a:t>
            </a:r>
            <a:r>
              <a:rPr lang="en-US" dirty="0" err="1"/>
              <a:t>sagittis</a:t>
            </a:r>
            <a:r>
              <a:rPr lang="en-US" dirty="0"/>
              <a:t> lacus </a:t>
            </a:r>
            <a:r>
              <a:rPr lang="en-US" dirty="0" err="1"/>
              <a:t>vel</a:t>
            </a:r>
            <a:r>
              <a:rPr lang="en-US" dirty="0"/>
              <a:t> </a:t>
            </a:r>
            <a:r>
              <a:rPr lang="en-US" dirty="0" err="1"/>
              <a:t>augue</a:t>
            </a:r>
            <a:r>
              <a:rPr lang="en-US" dirty="0"/>
              <a:t> </a:t>
            </a:r>
            <a:r>
              <a:rPr lang="en-US" dirty="0" err="1"/>
              <a:t>laoreet</a:t>
            </a:r>
            <a:r>
              <a:rPr lang="en-US" dirty="0"/>
              <a:t> </a:t>
            </a:r>
            <a:r>
              <a:rPr lang="en-US" dirty="0" err="1"/>
              <a:t>rutrum</a:t>
            </a:r>
            <a:r>
              <a:rPr lang="en-US" dirty="0"/>
              <a:t> </a:t>
            </a:r>
            <a:r>
              <a:rPr lang="en-US" dirty="0" err="1"/>
              <a:t>faucibus</a:t>
            </a:r>
            <a:r>
              <a:rPr lang="en-US" dirty="0"/>
              <a:t> dolor </a:t>
            </a:r>
            <a:r>
              <a:rPr lang="en-US" dirty="0" err="1"/>
              <a:t>auctor</a:t>
            </a:r>
            <a:r>
              <a:rPr lang="en-US" dirty="0"/>
              <a:t>. </a:t>
            </a:r>
            <a:r>
              <a:rPr lang="en-US" dirty="0" err="1"/>
              <a:t>Praesent</a:t>
            </a:r>
            <a:r>
              <a:rPr lang="en-US" dirty="0"/>
              <a:t> </a:t>
            </a:r>
            <a:r>
              <a:rPr lang="en-US" dirty="0" err="1"/>
              <a:t>commodo</a:t>
            </a:r>
            <a:r>
              <a:rPr lang="en-US" dirty="0"/>
              <a:t> cursus magna, </a:t>
            </a:r>
            <a:r>
              <a:rPr lang="en-US" dirty="0" err="1"/>
              <a:t>vel</a:t>
            </a:r>
            <a:r>
              <a:rPr lang="en-US" dirty="0"/>
              <a:t> </a:t>
            </a:r>
            <a:r>
              <a:rPr lang="en-US" dirty="0" err="1"/>
              <a:t>scelerisque</a:t>
            </a:r>
            <a:r>
              <a:rPr lang="en-US" dirty="0"/>
              <a:t> </a:t>
            </a:r>
            <a:r>
              <a:rPr lang="en-US" dirty="0" err="1"/>
              <a:t>nisl</a:t>
            </a:r>
            <a:r>
              <a:rPr lang="en-US" dirty="0"/>
              <a:t> </a:t>
            </a:r>
            <a:r>
              <a:rPr lang="en-US" dirty="0" err="1"/>
              <a:t>consectetur</a:t>
            </a:r>
            <a:r>
              <a:rPr lang="en-US" dirty="0"/>
              <a:t> et.</a:t>
            </a:r>
          </a:p>
        </p:txBody>
      </p:sp>
      <p:pic>
        <p:nvPicPr>
          <p:cNvPr id="6" name="Picture 5"/>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801418" y="5768912"/>
            <a:ext cx="1830322" cy="704889"/>
          </a:xfrm>
          <a:prstGeom prst="rect">
            <a:avLst/>
          </a:prstGeom>
        </p:spPr>
      </p:pic>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Red - chart left">
    <p:spTree>
      <p:nvGrpSpPr>
        <p:cNvPr id="1" name=""/>
        <p:cNvGrpSpPr/>
        <p:nvPr/>
      </p:nvGrpSpPr>
      <p:grpSpPr>
        <a:xfrm>
          <a:off x="0" y="0"/>
          <a:ext cx="0" cy="0"/>
          <a:chOff x="0" y="0"/>
          <a:chExt cx="0" cy="0"/>
        </a:xfrm>
      </p:grpSpPr>
      <p:sp>
        <p:nvSpPr>
          <p:cNvPr id="5" name="Text Placeholder 4"/>
          <p:cNvSpPr>
            <a:spLocks noGrp="1"/>
          </p:cNvSpPr>
          <p:nvPr>
            <p:ph type="body" sz="quarter" idx="12" hasCustomPrompt="1"/>
          </p:nvPr>
        </p:nvSpPr>
        <p:spPr>
          <a:xfrm>
            <a:off x="7315200" y="414339"/>
            <a:ext cx="4328160" cy="999934"/>
          </a:xfrm>
          <a:prstGeom prst="rect">
            <a:avLst/>
          </a:prstGeom>
          <a:noFill/>
        </p:spPr>
        <p:txBody>
          <a:bodyPr/>
          <a:lstStyle>
            <a:lvl1pPr marL="0" indent="0">
              <a:buNone/>
              <a:defRPr b="1" baseline="0">
                <a:solidFill>
                  <a:schemeClr val="bg1"/>
                </a:solidFill>
              </a:defRPr>
            </a:lvl1pPr>
          </a:lstStyle>
          <a:p>
            <a:pPr lvl="0"/>
            <a:r>
              <a:rPr lang="en-US" dirty="0"/>
              <a:t>TITLE GOES HERE IN UPPERCASE BOLD</a:t>
            </a:r>
          </a:p>
        </p:txBody>
      </p:sp>
      <p:sp>
        <p:nvSpPr>
          <p:cNvPr id="12" name="Text Placeholder 11"/>
          <p:cNvSpPr>
            <a:spLocks noGrp="1"/>
          </p:cNvSpPr>
          <p:nvPr>
            <p:ph type="body" sz="quarter" idx="13" hasCustomPrompt="1"/>
          </p:nvPr>
        </p:nvSpPr>
        <p:spPr>
          <a:xfrm>
            <a:off x="7315200" y="1584325"/>
            <a:ext cx="4328160" cy="3206750"/>
          </a:xfrm>
          <a:prstGeom prst="rect">
            <a:avLst/>
          </a:prstGeom>
        </p:spPr>
        <p:txBody>
          <a:bodyPr/>
          <a:lstStyle>
            <a:lvl1pPr marL="0" indent="0">
              <a:lnSpc>
                <a:spcPct val="100000"/>
              </a:lnSpc>
              <a:buFontTx/>
              <a:buNone/>
              <a:defRPr sz="2100">
                <a:solidFill>
                  <a:schemeClr val="bg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dirty="0"/>
              <a:t>Cum </a:t>
            </a:r>
            <a:r>
              <a:rPr lang="en-US" dirty="0" err="1"/>
              <a:t>sociis</a:t>
            </a:r>
            <a:r>
              <a:rPr lang="en-US" dirty="0"/>
              <a:t>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r>
              <a:rPr lang="en-US" dirty="0" err="1"/>
              <a:t>Sed</a:t>
            </a:r>
            <a:r>
              <a:rPr lang="en-US" dirty="0"/>
              <a:t> </a:t>
            </a:r>
            <a:r>
              <a:rPr lang="en-US" dirty="0" err="1"/>
              <a:t>posuere</a:t>
            </a:r>
            <a:r>
              <a:rPr lang="en-US" dirty="0"/>
              <a:t> </a:t>
            </a:r>
            <a:r>
              <a:rPr lang="en-US" dirty="0" err="1"/>
              <a:t>consectetur</a:t>
            </a:r>
            <a:r>
              <a:rPr lang="en-US" dirty="0"/>
              <a:t> </a:t>
            </a:r>
            <a:r>
              <a:rPr lang="en-US" dirty="0" err="1"/>
              <a:t>est</a:t>
            </a:r>
            <a:r>
              <a:rPr lang="en-US" dirty="0"/>
              <a:t> at </a:t>
            </a:r>
            <a:r>
              <a:rPr lang="en-US" dirty="0" err="1"/>
              <a:t>lobortis</a:t>
            </a:r>
            <a:r>
              <a:rPr lang="en-US" dirty="0"/>
              <a:t>. </a:t>
            </a:r>
            <a:r>
              <a:rPr lang="en-US" dirty="0" err="1"/>
              <a:t>Vivamus</a:t>
            </a:r>
            <a:r>
              <a:rPr lang="en-US" dirty="0"/>
              <a:t> </a:t>
            </a:r>
            <a:r>
              <a:rPr lang="en-US" dirty="0" err="1"/>
              <a:t>sagittis</a:t>
            </a:r>
            <a:r>
              <a:rPr lang="en-US" dirty="0"/>
              <a:t> lacus </a:t>
            </a:r>
            <a:r>
              <a:rPr lang="en-US" dirty="0" err="1"/>
              <a:t>vel</a:t>
            </a:r>
            <a:r>
              <a:rPr lang="en-US" dirty="0"/>
              <a:t> </a:t>
            </a:r>
            <a:r>
              <a:rPr lang="en-US" dirty="0" err="1"/>
              <a:t>augue</a:t>
            </a:r>
            <a:r>
              <a:rPr lang="en-US" dirty="0"/>
              <a:t> </a:t>
            </a:r>
            <a:r>
              <a:rPr lang="en-US" dirty="0" err="1"/>
              <a:t>laoreet</a:t>
            </a:r>
            <a:r>
              <a:rPr lang="en-US" dirty="0"/>
              <a:t> </a:t>
            </a:r>
            <a:r>
              <a:rPr lang="en-US" dirty="0" err="1"/>
              <a:t>rutrum</a:t>
            </a:r>
            <a:r>
              <a:rPr lang="en-US" dirty="0"/>
              <a:t> </a:t>
            </a:r>
            <a:r>
              <a:rPr lang="en-US" dirty="0" err="1"/>
              <a:t>faucibus</a:t>
            </a:r>
            <a:r>
              <a:rPr lang="en-US" dirty="0"/>
              <a:t> dolor </a:t>
            </a:r>
            <a:r>
              <a:rPr lang="en-US" dirty="0" err="1"/>
              <a:t>auctor</a:t>
            </a:r>
            <a:r>
              <a:rPr lang="en-US" dirty="0"/>
              <a:t>. </a:t>
            </a:r>
            <a:r>
              <a:rPr lang="en-US" dirty="0" err="1"/>
              <a:t>Praesent</a:t>
            </a:r>
            <a:r>
              <a:rPr lang="en-US" dirty="0"/>
              <a:t> </a:t>
            </a:r>
            <a:r>
              <a:rPr lang="en-US" dirty="0" err="1"/>
              <a:t>commodo</a:t>
            </a:r>
            <a:r>
              <a:rPr lang="en-US" dirty="0"/>
              <a:t> cursus magna, </a:t>
            </a:r>
            <a:r>
              <a:rPr lang="en-US" dirty="0" err="1"/>
              <a:t>vel</a:t>
            </a:r>
            <a:r>
              <a:rPr lang="en-US" dirty="0"/>
              <a:t> </a:t>
            </a:r>
            <a:r>
              <a:rPr lang="en-US" dirty="0" err="1"/>
              <a:t>scelerisque</a:t>
            </a:r>
            <a:r>
              <a:rPr lang="en-US" dirty="0"/>
              <a:t> </a:t>
            </a:r>
            <a:r>
              <a:rPr lang="en-US" dirty="0" err="1"/>
              <a:t>nisl</a:t>
            </a:r>
            <a:r>
              <a:rPr lang="en-US" dirty="0"/>
              <a:t> </a:t>
            </a:r>
            <a:r>
              <a:rPr lang="en-US" dirty="0" err="1"/>
              <a:t>consectetur</a:t>
            </a:r>
            <a:r>
              <a:rPr lang="en-US" dirty="0"/>
              <a:t> et.</a:t>
            </a:r>
          </a:p>
        </p:txBody>
      </p:sp>
      <p:pic>
        <p:nvPicPr>
          <p:cNvPr id="6" name="Picture 5"/>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813038" y="5768912"/>
            <a:ext cx="1830322" cy="704889"/>
          </a:xfrm>
          <a:prstGeom prst="rect">
            <a:avLst/>
          </a:prstGeom>
        </p:spPr>
      </p:pic>
      <p:sp>
        <p:nvSpPr>
          <p:cNvPr id="7" name="Chart Placeholder 3"/>
          <p:cNvSpPr>
            <a:spLocks noGrp="1"/>
          </p:cNvSpPr>
          <p:nvPr>
            <p:ph type="chart" sz="quarter" idx="14"/>
          </p:nvPr>
        </p:nvSpPr>
        <p:spPr>
          <a:xfrm>
            <a:off x="0" y="0"/>
            <a:ext cx="7010400" cy="6858000"/>
          </a:xfrm>
          <a:prstGeom prst="rect">
            <a:avLst/>
          </a:prstGeom>
        </p:spPr>
        <p:txBody>
          <a:bodyPr/>
          <a:lstStyle/>
          <a:p>
            <a:endParaRPr lang="en-US" dirty="0"/>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Red - pic right">
    <p:spTree>
      <p:nvGrpSpPr>
        <p:cNvPr id="1" name=""/>
        <p:cNvGrpSpPr/>
        <p:nvPr/>
      </p:nvGrpSpPr>
      <p:grpSpPr>
        <a:xfrm>
          <a:off x="0" y="0"/>
          <a:ext cx="0" cy="0"/>
          <a:chOff x="0" y="0"/>
          <a:chExt cx="0" cy="0"/>
        </a:xfrm>
      </p:grpSpPr>
      <p:sp>
        <p:nvSpPr>
          <p:cNvPr id="3" name="Picture Placeholder 2"/>
          <p:cNvSpPr>
            <a:spLocks noGrp="1"/>
          </p:cNvSpPr>
          <p:nvPr>
            <p:ph type="pic" sz="quarter" idx="11"/>
          </p:nvPr>
        </p:nvSpPr>
        <p:spPr>
          <a:xfrm>
            <a:off x="5181600" y="0"/>
            <a:ext cx="7010400" cy="6858000"/>
          </a:xfrm>
          <a:prstGeom prst="rect">
            <a:avLst/>
          </a:prstGeom>
        </p:spPr>
        <p:txBody>
          <a:bodyPr/>
          <a:lstStyle/>
          <a:p>
            <a:endParaRPr lang="en-US" dirty="0"/>
          </a:p>
        </p:txBody>
      </p:sp>
      <p:sp>
        <p:nvSpPr>
          <p:cNvPr id="5" name="Text Placeholder 4"/>
          <p:cNvSpPr>
            <a:spLocks noGrp="1"/>
          </p:cNvSpPr>
          <p:nvPr>
            <p:ph type="body" sz="quarter" idx="12" hasCustomPrompt="1"/>
          </p:nvPr>
        </p:nvSpPr>
        <p:spPr>
          <a:xfrm>
            <a:off x="560832" y="414339"/>
            <a:ext cx="4340924" cy="999934"/>
          </a:xfrm>
          <a:prstGeom prst="rect">
            <a:avLst/>
          </a:prstGeom>
        </p:spPr>
        <p:txBody>
          <a:bodyPr/>
          <a:lstStyle>
            <a:lvl1pPr marL="0" indent="0">
              <a:buNone/>
              <a:defRPr b="1" baseline="0">
                <a:solidFill>
                  <a:schemeClr val="bg1"/>
                </a:solidFill>
              </a:defRPr>
            </a:lvl1pPr>
          </a:lstStyle>
          <a:p>
            <a:pPr lvl="0"/>
            <a:r>
              <a:rPr lang="en-US" dirty="0"/>
              <a:t>TITLE GOES HERE IN UPPERCASE BOLD</a:t>
            </a:r>
          </a:p>
        </p:txBody>
      </p:sp>
      <p:sp>
        <p:nvSpPr>
          <p:cNvPr id="12" name="Text Placeholder 11"/>
          <p:cNvSpPr>
            <a:spLocks noGrp="1"/>
          </p:cNvSpPr>
          <p:nvPr>
            <p:ph type="body" sz="quarter" idx="13" hasCustomPrompt="1"/>
          </p:nvPr>
        </p:nvSpPr>
        <p:spPr>
          <a:xfrm>
            <a:off x="560832" y="1584325"/>
            <a:ext cx="4340924" cy="3206750"/>
          </a:xfrm>
          <a:prstGeom prst="rect">
            <a:avLst/>
          </a:prstGeom>
        </p:spPr>
        <p:txBody>
          <a:bodyPr/>
          <a:lstStyle>
            <a:lvl1pPr marL="0" indent="0">
              <a:lnSpc>
                <a:spcPct val="100000"/>
              </a:lnSpc>
              <a:buFontTx/>
              <a:buNone/>
              <a:defRPr sz="2100">
                <a:solidFill>
                  <a:schemeClr val="bg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dirty="0"/>
              <a:t>Cum </a:t>
            </a:r>
            <a:r>
              <a:rPr lang="en-US" dirty="0" err="1"/>
              <a:t>sociis</a:t>
            </a:r>
            <a:r>
              <a:rPr lang="en-US" dirty="0"/>
              <a:t>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r>
              <a:rPr lang="en-US" dirty="0" err="1"/>
              <a:t>Sed</a:t>
            </a:r>
            <a:r>
              <a:rPr lang="en-US" dirty="0"/>
              <a:t> </a:t>
            </a:r>
            <a:r>
              <a:rPr lang="en-US" dirty="0" err="1"/>
              <a:t>posuere</a:t>
            </a:r>
            <a:r>
              <a:rPr lang="en-US" dirty="0"/>
              <a:t> </a:t>
            </a:r>
            <a:r>
              <a:rPr lang="en-US" dirty="0" err="1"/>
              <a:t>consectetur</a:t>
            </a:r>
            <a:r>
              <a:rPr lang="en-US" dirty="0"/>
              <a:t> </a:t>
            </a:r>
            <a:r>
              <a:rPr lang="en-US" dirty="0" err="1"/>
              <a:t>est</a:t>
            </a:r>
            <a:r>
              <a:rPr lang="en-US" dirty="0"/>
              <a:t> at </a:t>
            </a:r>
            <a:r>
              <a:rPr lang="en-US" dirty="0" err="1"/>
              <a:t>lobortis</a:t>
            </a:r>
            <a:r>
              <a:rPr lang="en-US" dirty="0"/>
              <a:t>. </a:t>
            </a:r>
            <a:r>
              <a:rPr lang="en-US" dirty="0" err="1"/>
              <a:t>Vivamus</a:t>
            </a:r>
            <a:r>
              <a:rPr lang="en-US" dirty="0"/>
              <a:t> </a:t>
            </a:r>
            <a:r>
              <a:rPr lang="en-US" dirty="0" err="1"/>
              <a:t>sagittis</a:t>
            </a:r>
            <a:r>
              <a:rPr lang="en-US" dirty="0"/>
              <a:t> lacus </a:t>
            </a:r>
            <a:r>
              <a:rPr lang="en-US" dirty="0" err="1"/>
              <a:t>vel</a:t>
            </a:r>
            <a:r>
              <a:rPr lang="en-US" dirty="0"/>
              <a:t> </a:t>
            </a:r>
            <a:r>
              <a:rPr lang="en-US" dirty="0" err="1"/>
              <a:t>augue</a:t>
            </a:r>
            <a:r>
              <a:rPr lang="en-US" dirty="0"/>
              <a:t> </a:t>
            </a:r>
            <a:r>
              <a:rPr lang="en-US" dirty="0" err="1"/>
              <a:t>laoreet</a:t>
            </a:r>
            <a:r>
              <a:rPr lang="en-US" dirty="0"/>
              <a:t> </a:t>
            </a:r>
            <a:r>
              <a:rPr lang="en-US" dirty="0" err="1"/>
              <a:t>rutrum</a:t>
            </a:r>
            <a:r>
              <a:rPr lang="en-US" dirty="0"/>
              <a:t> </a:t>
            </a:r>
            <a:r>
              <a:rPr lang="en-US" dirty="0" err="1"/>
              <a:t>faucibus</a:t>
            </a:r>
            <a:r>
              <a:rPr lang="en-US" dirty="0"/>
              <a:t> dolor </a:t>
            </a:r>
            <a:r>
              <a:rPr lang="en-US" dirty="0" err="1"/>
              <a:t>auctor</a:t>
            </a:r>
            <a:r>
              <a:rPr lang="en-US" dirty="0"/>
              <a:t>. </a:t>
            </a:r>
            <a:r>
              <a:rPr lang="en-US" dirty="0" err="1"/>
              <a:t>Praesent</a:t>
            </a:r>
            <a:r>
              <a:rPr lang="en-US" dirty="0"/>
              <a:t> </a:t>
            </a:r>
            <a:r>
              <a:rPr lang="en-US" dirty="0" err="1"/>
              <a:t>commodo</a:t>
            </a:r>
            <a:r>
              <a:rPr lang="en-US" dirty="0"/>
              <a:t> cursus magna, </a:t>
            </a:r>
            <a:r>
              <a:rPr lang="en-US" dirty="0" err="1"/>
              <a:t>vel</a:t>
            </a:r>
            <a:r>
              <a:rPr lang="en-US" dirty="0"/>
              <a:t> </a:t>
            </a:r>
            <a:r>
              <a:rPr lang="en-US" dirty="0" err="1"/>
              <a:t>scelerisque</a:t>
            </a:r>
            <a:r>
              <a:rPr lang="en-US" dirty="0"/>
              <a:t> </a:t>
            </a:r>
            <a:r>
              <a:rPr lang="en-US" dirty="0" err="1"/>
              <a:t>nisl</a:t>
            </a:r>
            <a:r>
              <a:rPr lang="en-US" dirty="0"/>
              <a:t> </a:t>
            </a:r>
            <a:r>
              <a:rPr lang="en-US" dirty="0" err="1"/>
              <a:t>consectetur</a:t>
            </a:r>
            <a:r>
              <a:rPr lang="en-US" dirty="0"/>
              <a:t> et.</a:t>
            </a:r>
          </a:p>
        </p:txBody>
      </p:sp>
      <p:pic>
        <p:nvPicPr>
          <p:cNvPr id="6" name="Picture 5"/>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60832" y="5768912"/>
            <a:ext cx="1830322" cy="704889"/>
          </a:xfrm>
          <a:prstGeom prst="rect">
            <a:avLst/>
          </a:prstGeom>
        </p:spPr>
      </p:pic>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Red - pic narrow right">
    <p:spTree>
      <p:nvGrpSpPr>
        <p:cNvPr id="1" name=""/>
        <p:cNvGrpSpPr/>
        <p:nvPr/>
      </p:nvGrpSpPr>
      <p:grpSpPr>
        <a:xfrm>
          <a:off x="0" y="0"/>
          <a:ext cx="0" cy="0"/>
          <a:chOff x="0" y="0"/>
          <a:chExt cx="0" cy="0"/>
        </a:xfrm>
      </p:grpSpPr>
      <p:sp>
        <p:nvSpPr>
          <p:cNvPr id="3" name="Picture Placeholder 2"/>
          <p:cNvSpPr>
            <a:spLocks noGrp="1"/>
          </p:cNvSpPr>
          <p:nvPr>
            <p:ph type="pic" sz="quarter" idx="11"/>
          </p:nvPr>
        </p:nvSpPr>
        <p:spPr>
          <a:xfrm>
            <a:off x="7010400" y="0"/>
            <a:ext cx="5181600" cy="6858000"/>
          </a:xfrm>
          <a:prstGeom prst="rect">
            <a:avLst/>
          </a:prstGeom>
        </p:spPr>
        <p:txBody>
          <a:bodyPr/>
          <a:lstStyle/>
          <a:p>
            <a:endParaRPr lang="en-US" dirty="0"/>
          </a:p>
        </p:txBody>
      </p:sp>
      <p:sp>
        <p:nvSpPr>
          <p:cNvPr id="4" name="Text Placeholder 4"/>
          <p:cNvSpPr>
            <a:spLocks noGrp="1"/>
          </p:cNvSpPr>
          <p:nvPr>
            <p:ph type="body" sz="quarter" idx="12" hasCustomPrompt="1"/>
          </p:nvPr>
        </p:nvSpPr>
        <p:spPr>
          <a:xfrm>
            <a:off x="548640" y="962979"/>
            <a:ext cx="5596128" cy="999934"/>
          </a:xfrm>
          <a:prstGeom prst="rect">
            <a:avLst/>
          </a:prstGeom>
        </p:spPr>
        <p:txBody>
          <a:bodyPr/>
          <a:lstStyle>
            <a:lvl1pPr marL="0" indent="0">
              <a:buNone/>
              <a:defRPr sz="3600" b="1" baseline="0">
                <a:solidFill>
                  <a:schemeClr val="bg1"/>
                </a:solidFill>
              </a:defRPr>
            </a:lvl1pPr>
          </a:lstStyle>
          <a:p>
            <a:pPr lvl="0"/>
            <a:r>
              <a:rPr lang="en-US" dirty="0"/>
              <a:t>TITLE GOES HERE IN UPPERCASE BOLD</a:t>
            </a:r>
          </a:p>
        </p:txBody>
      </p:sp>
      <p:sp>
        <p:nvSpPr>
          <p:cNvPr id="5" name="Text Placeholder 11"/>
          <p:cNvSpPr>
            <a:spLocks noGrp="1"/>
          </p:cNvSpPr>
          <p:nvPr>
            <p:ph type="body" sz="quarter" idx="13" hasCustomPrompt="1"/>
          </p:nvPr>
        </p:nvSpPr>
        <p:spPr>
          <a:xfrm>
            <a:off x="548640" y="2282433"/>
            <a:ext cx="5596128" cy="3206750"/>
          </a:xfrm>
          <a:prstGeom prst="rect">
            <a:avLst/>
          </a:prstGeom>
        </p:spPr>
        <p:txBody>
          <a:bodyPr/>
          <a:lstStyle>
            <a:lvl1pPr marL="0" indent="0">
              <a:lnSpc>
                <a:spcPct val="100000"/>
              </a:lnSpc>
              <a:buFontTx/>
              <a:buNone/>
              <a:defRPr sz="2100">
                <a:solidFill>
                  <a:schemeClr val="bg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dirty="0"/>
              <a:t>Cum </a:t>
            </a:r>
            <a:r>
              <a:rPr lang="en-US" dirty="0" err="1"/>
              <a:t>sociis</a:t>
            </a:r>
            <a:r>
              <a:rPr lang="en-US" dirty="0"/>
              <a:t>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r>
              <a:rPr lang="en-US" dirty="0" err="1"/>
              <a:t>Sed</a:t>
            </a:r>
            <a:r>
              <a:rPr lang="en-US" dirty="0"/>
              <a:t> </a:t>
            </a:r>
            <a:r>
              <a:rPr lang="en-US" dirty="0" err="1"/>
              <a:t>posuere</a:t>
            </a:r>
            <a:r>
              <a:rPr lang="en-US" dirty="0"/>
              <a:t> </a:t>
            </a:r>
            <a:r>
              <a:rPr lang="en-US" dirty="0" err="1"/>
              <a:t>consectetur</a:t>
            </a:r>
            <a:r>
              <a:rPr lang="en-US" dirty="0"/>
              <a:t> </a:t>
            </a:r>
            <a:r>
              <a:rPr lang="en-US" dirty="0" err="1"/>
              <a:t>est</a:t>
            </a:r>
            <a:r>
              <a:rPr lang="en-US" dirty="0"/>
              <a:t> at </a:t>
            </a:r>
            <a:r>
              <a:rPr lang="en-US" dirty="0" err="1"/>
              <a:t>lobortis</a:t>
            </a:r>
            <a:r>
              <a:rPr lang="en-US" dirty="0"/>
              <a:t>. </a:t>
            </a:r>
            <a:r>
              <a:rPr lang="en-US" dirty="0" err="1"/>
              <a:t>Vivamus</a:t>
            </a:r>
            <a:r>
              <a:rPr lang="en-US" dirty="0"/>
              <a:t> </a:t>
            </a:r>
            <a:r>
              <a:rPr lang="en-US" dirty="0" err="1"/>
              <a:t>sagittis</a:t>
            </a:r>
            <a:r>
              <a:rPr lang="en-US" dirty="0"/>
              <a:t> lacus </a:t>
            </a:r>
            <a:r>
              <a:rPr lang="en-US" dirty="0" err="1"/>
              <a:t>vel</a:t>
            </a:r>
            <a:r>
              <a:rPr lang="en-US" dirty="0"/>
              <a:t> </a:t>
            </a:r>
            <a:r>
              <a:rPr lang="en-US" dirty="0" err="1"/>
              <a:t>augue</a:t>
            </a:r>
            <a:r>
              <a:rPr lang="en-US" dirty="0"/>
              <a:t> </a:t>
            </a:r>
            <a:r>
              <a:rPr lang="en-US" dirty="0" err="1"/>
              <a:t>laoreet</a:t>
            </a:r>
            <a:r>
              <a:rPr lang="en-US" dirty="0"/>
              <a:t> </a:t>
            </a:r>
            <a:r>
              <a:rPr lang="en-US" dirty="0" err="1"/>
              <a:t>rutrum</a:t>
            </a:r>
            <a:r>
              <a:rPr lang="en-US" dirty="0"/>
              <a:t> </a:t>
            </a:r>
            <a:r>
              <a:rPr lang="en-US" dirty="0" err="1"/>
              <a:t>faucibus</a:t>
            </a:r>
            <a:r>
              <a:rPr lang="en-US" dirty="0"/>
              <a:t> dolor </a:t>
            </a:r>
            <a:r>
              <a:rPr lang="en-US" dirty="0" err="1"/>
              <a:t>auctor</a:t>
            </a:r>
            <a:r>
              <a:rPr lang="en-US" dirty="0"/>
              <a:t>. </a:t>
            </a:r>
            <a:r>
              <a:rPr lang="en-US" dirty="0" err="1"/>
              <a:t>Praesent</a:t>
            </a:r>
            <a:r>
              <a:rPr lang="en-US" dirty="0"/>
              <a:t> </a:t>
            </a:r>
            <a:r>
              <a:rPr lang="en-US" dirty="0" err="1"/>
              <a:t>commodo</a:t>
            </a:r>
            <a:r>
              <a:rPr lang="en-US" dirty="0"/>
              <a:t> cursus magna, </a:t>
            </a:r>
            <a:r>
              <a:rPr lang="en-US" dirty="0" err="1"/>
              <a:t>vel</a:t>
            </a:r>
            <a:r>
              <a:rPr lang="en-US" dirty="0"/>
              <a:t> </a:t>
            </a:r>
            <a:r>
              <a:rPr lang="en-US" dirty="0" err="1"/>
              <a:t>scelerisque</a:t>
            </a:r>
            <a:r>
              <a:rPr lang="en-US" dirty="0"/>
              <a:t> </a:t>
            </a:r>
            <a:r>
              <a:rPr lang="en-US" dirty="0" err="1"/>
              <a:t>nisl</a:t>
            </a:r>
            <a:r>
              <a:rPr lang="en-US" dirty="0"/>
              <a:t> </a:t>
            </a:r>
            <a:r>
              <a:rPr lang="en-US" dirty="0" err="1"/>
              <a:t>consectetur</a:t>
            </a:r>
            <a:r>
              <a:rPr lang="en-US" dirty="0"/>
              <a:t> et.</a:t>
            </a:r>
          </a:p>
        </p:txBody>
      </p:sp>
      <p:pic>
        <p:nvPicPr>
          <p:cNvPr id="6" name="Picture 5"/>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48640" y="5768912"/>
            <a:ext cx="1830322" cy="704889"/>
          </a:xfrm>
          <a:prstGeom prst="rect">
            <a:avLst/>
          </a:prstGeom>
        </p:spPr>
      </p:pic>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Red - text">
    <p:spTree>
      <p:nvGrpSpPr>
        <p:cNvPr id="1" name=""/>
        <p:cNvGrpSpPr/>
        <p:nvPr/>
      </p:nvGrpSpPr>
      <p:grpSpPr>
        <a:xfrm>
          <a:off x="0" y="0"/>
          <a:ext cx="0" cy="0"/>
          <a:chOff x="0" y="0"/>
          <a:chExt cx="0" cy="0"/>
        </a:xfrm>
      </p:grpSpPr>
      <p:sp>
        <p:nvSpPr>
          <p:cNvPr id="4" name="Text Placeholder 4"/>
          <p:cNvSpPr>
            <a:spLocks noGrp="1"/>
          </p:cNvSpPr>
          <p:nvPr>
            <p:ph type="body" sz="quarter" idx="12" hasCustomPrompt="1"/>
          </p:nvPr>
        </p:nvSpPr>
        <p:spPr>
          <a:xfrm>
            <a:off x="548640" y="1609154"/>
            <a:ext cx="6851904" cy="1402269"/>
          </a:xfrm>
          <a:prstGeom prst="rect">
            <a:avLst/>
          </a:prstGeom>
        </p:spPr>
        <p:txBody>
          <a:bodyPr/>
          <a:lstStyle>
            <a:lvl1pPr marL="0" indent="0">
              <a:buNone/>
              <a:defRPr sz="4800" b="1" baseline="0">
                <a:solidFill>
                  <a:schemeClr val="bg1"/>
                </a:solidFill>
              </a:defRPr>
            </a:lvl1pPr>
          </a:lstStyle>
          <a:p>
            <a:pPr lvl="0"/>
            <a:r>
              <a:rPr lang="en-US" dirty="0"/>
              <a:t>TITLE GOES HERE IN UPPERCASE BOLD</a:t>
            </a:r>
          </a:p>
        </p:txBody>
      </p:sp>
      <p:sp>
        <p:nvSpPr>
          <p:cNvPr id="5" name="Text Placeholder 11"/>
          <p:cNvSpPr>
            <a:spLocks noGrp="1"/>
          </p:cNvSpPr>
          <p:nvPr>
            <p:ph type="body" sz="quarter" idx="13" hasCustomPrompt="1"/>
          </p:nvPr>
        </p:nvSpPr>
        <p:spPr>
          <a:xfrm>
            <a:off x="548640" y="3281409"/>
            <a:ext cx="6851904" cy="1827039"/>
          </a:xfrm>
          <a:prstGeom prst="rect">
            <a:avLst/>
          </a:prstGeom>
        </p:spPr>
        <p:txBody>
          <a:bodyPr/>
          <a:lstStyle>
            <a:lvl1pPr marL="342900" indent="-342900">
              <a:lnSpc>
                <a:spcPct val="100000"/>
              </a:lnSpc>
              <a:buFont typeface="Arial" charset="0"/>
              <a:buChar char="•"/>
              <a:defRPr sz="2100">
                <a:solidFill>
                  <a:schemeClr val="bg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dirty="0"/>
              <a:t>Cum </a:t>
            </a:r>
            <a:r>
              <a:rPr lang="en-US" dirty="0" err="1"/>
              <a:t>sociis</a:t>
            </a:r>
            <a:r>
              <a:rPr lang="en-US" dirty="0"/>
              <a:t> </a:t>
            </a:r>
            <a:r>
              <a:rPr lang="en-US" dirty="0" err="1"/>
              <a:t>natoque</a:t>
            </a:r>
            <a:r>
              <a:rPr lang="en-US" dirty="0"/>
              <a:t> </a:t>
            </a:r>
            <a:r>
              <a:rPr lang="en-US" dirty="0" err="1"/>
              <a:t>penatibus</a:t>
            </a:r>
            <a:r>
              <a:rPr lang="en-US" dirty="0"/>
              <a:t> </a:t>
            </a:r>
          </a:p>
          <a:p>
            <a:pPr lvl="0"/>
            <a:r>
              <a:rPr lang="en-US" dirty="0" err="1"/>
              <a:t>Magnis</a:t>
            </a:r>
            <a:r>
              <a:rPr lang="en-US" dirty="0"/>
              <a:t> dis parturient </a:t>
            </a:r>
            <a:r>
              <a:rPr lang="en-US" dirty="0" err="1"/>
              <a:t>montes</a:t>
            </a:r>
            <a:endParaRPr lang="en-US" dirty="0"/>
          </a:p>
          <a:p>
            <a:pPr lvl="0"/>
            <a:r>
              <a:rPr lang="en-US" dirty="0" err="1"/>
              <a:t>Vivamus</a:t>
            </a:r>
            <a:r>
              <a:rPr lang="en-US" dirty="0"/>
              <a:t> </a:t>
            </a:r>
            <a:r>
              <a:rPr lang="en-US" dirty="0" err="1"/>
              <a:t>sagittis</a:t>
            </a:r>
            <a:r>
              <a:rPr lang="en-US" dirty="0"/>
              <a:t> lacus </a:t>
            </a:r>
            <a:r>
              <a:rPr lang="en-US" dirty="0" err="1"/>
              <a:t>vel</a:t>
            </a:r>
            <a:r>
              <a:rPr lang="en-US" dirty="0"/>
              <a:t> </a:t>
            </a:r>
            <a:r>
              <a:rPr lang="en-US" dirty="0" err="1"/>
              <a:t>augue</a:t>
            </a:r>
            <a:r>
              <a:rPr lang="en-US" dirty="0"/>
              <a:t> </a:t>
            </a:r>
            <a:r>
              <a:rPr lang="en-US" dirty="0" err="1"/>
              <a:t>laoreet</a:t>
            </a:r>
            <a:endParaRPr lang="en-US" dirty="0"/>
          </a:p>
        </p:txBody>
      </p:sp>
      <p:pic>
        <p:nvPicPr>
          <p:cNvPr id="6" name="Picture 5"/>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788654" y="5768912"/>
            <a:ext cx="1830322" cy="704889"/>
          </a:xfrm>
          <a:prstGeom prst="rect">
            <a:avLst/>
          </a:prstGeom>
        </p:spPr>
      </p:pic>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1_Blank">
    <p:spTree>
      <p:nvGrpSpPr>
        <p:cNvPr id="1" name=""/>
        <p:cNvGrpSpPr/>
        <p:nvPr/>
      </p:nvGrpSpPr>
      <p:grpSpPr>
        <a:xfrm>
          <a:off x="0" y="0"/>
          <a:ext cx="0" cy="0"/>
          <a:chOff x="0" y="0"/>
          <a:chExt cx="0" cy="0"/>
        </a:xfrm>
      </p:grpSpPr>
      <p:pic>
        <p:nvPicPr>
          <p:cNvPr id="7" name="Picture 7"/>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5"/>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9788654" y="5768912"/>
            <a:ext cx="1830322" cy="704889"/>
          </a:xfrm>
          <a:prstGeom prst="rect">
            <a:avLst/>
          </a:prstGeom>
        </p:spPr>
      </p:pic>
      <p:sp>
        <p:nvSpPr>
          <p:cNvPr id="9" name="Text Placeholder 4"/>
          <p:cNvSpPr>
            <a:spLocks noGrp="1"/>
          </p:cNvSpPr>
          <p:nvPr>
            <p:ph type="body" sz="quarter" idx="12" hasCustomPrompt="1"/>
          </p:nvPr>
        </p:nvSpPr>
        <p:spPr>
          <a:xfrm>
            <a:off x="548640" y="536259"/>
            <a:ext cx="5596128" cy="463485"/>
          </a:xfrm>
          <a:prstGeom prst="rect">
            <a:avLst/>
          </a:prstGeom>
        </p:spPr>
        <p:txBody>
          <a:bodyPr/>
          <a:lstStyle>
            <a:lvl1pPr marL="0" indent="0">
              <a:buNone/>
              <a:defRPr sz="2400" b="1" baseline="0">
                <a:solidFill>
                  <a:schemeClr val="bg1"/>
                </a:solidFill>
              </a:defRPr>
            </a:lvl1pPr>
          </a:lstStyle>
          <a:p>
            <a:pPr lvl="0"/>
            <a:r>
              <a:rPr lang="en-US" dirty="0"/>
              <a:t>TITLE GOES HERE</a:t>
            </a:r>
          </a:p>
        </p:txBody>
      </p:sp>
      <p:sp>
        <p:nvSpPr>
          <p:cNvPr id="11" name="Table Placeholder 10"/>
          <p:cNvSpPr>
            <a:spLocks noGrp="1"/>
          </p:cNvSpPr>
          <p:nvPr>
            <p:ph type="tbl" sz="quarter" idx="13"/>
          </p:nvPr>
        </p:nvSpPr>
        <p:spPr>
          <a:xfrm>
            <a:off x="548640" y="1122363"/>
            <a:ext cx="11070336" cy="4486275"/>
          </a:xfrm>
          <a:prstGeom prst="rect">
            <a:avLst/>
          </a:prstGeom>
        </p:spPr>
        <p:txBody>
          <a:bodyPr/>
          <a:lstStyle/>
          <a:p>
            <a:endParaRPr lang="en-US" dirty="0"/>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Full pic background">
    <p:spTree>
      <p:nvGrpSpPr>
        <p:cNvPr id="1" name=""/>
        <p:cNvGrpSpPr/>
        <p:nvPr/>
      </p:nvGrpSpPr>
      <p:grpSpPr>
        <a:xfrm>
          <a:off x="0" y="0"/>
          <a:ext cx="0" cy="0"/>
          <a:chOff x="0" y="0"/>
          <a:chExt cx="0" cy="0"/>
        </a:xfrm>
      </p:grpSpPr>
      <p:sp>
        <p:nvSpPr>
          <p:cNvPr id="8" name="Picture Placeholder 7"/>
          <p:cNvSpPr>
            <a:spLocks noGrp="1"/>
          </p:cNvSpPr>
          <p:nvPr>
            <p:ph type="pic" sz="quarter" idx="10"/>
          </p:nvPr>
        </p:nvSpPr>
        <p:spPr>
          <a:xfrm>
            <a:off x="0" y="0"/>
            <a:ext cx="12192000" cy="6858000"/>
          </a:xfrm>
          <a:prstGeom prst="rect">
            <a:avLst/>
          </a:prstGeom>
        </p:spPr>
        <p:txBody>
          <a:bodyPr/>
          <a:lstStyle/>
          <a:p>
            <a:endParaRPr lang="en-US" dirty="0"/>
          </a:p>
        </p:txBody>
      </p:sp>
      <p:pic>
        <p:nvPicPr>
          <p:cNvPr id="9" name="Picture 8"/>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922766" y="5768912"/>
            <a:ext cx="1830322" cy="704889"/>
          </a:xfrm>
          <a:prstGeom prst="rect">
            <a:avLst/>
          </a:prstGeom>
        </p:spPr>
      </p:pic>
      <p:sp>
        <p:nvSpPr>
          <p:cNvPr id="11" name="Text Placeholder 10"/>
          <p:cNvSpPr>
            <a:spLocks noGrp="1"/>
          </p:cNvSpPr>
          <p:nvPr>
            <p:ph type="body" sz="quarter" idx="11" hasCustomPrompt="1"/>
          </p:nvPr>
        </p:nvSpPr>
        <p:spPr>
          <a:xfrm>
            <a:off x="901700" y="1889125"/>
            <a:ext cx="6376924" cy="2719388"/>
          </a:xfrm>
          <a:prstGeom prst="rect">
            <a:avLst/>
          </a:prstGeom>
        </p:spPr>
        <p:txBody>
          <a:bodyPr/>
          <a:lstStyle>
            <a:lvl1pPr marL="0" indent="0">
              <a:buNone/>
              <a:defRPr sz="4000" b="1" i="0">
                <a:solidFill>
                  <a:schemeClr val="bg1"/>
                </a:solidFill>
                <a:latin typeface="Arial" charset="0"/>
                <a:ea typeface="Arial" charset="0"/>
                <a:cs typeface="Arial" charset="0"/>
              </a:defRPr>
            </a:lvl1pPr>
            <a:lvl2pPr marL="457200" indent="0">
              <a:buNone/>
              <a:defRPr b="1" i="0">
                <a:latin typeface="Arial" charset="0"/>
                <a:ea typeface="Arial" charset="0"/>
                <a:cs typeface="Arial" charset="0"/>
              </a:defRPr>
            </a:lvl2pPr>
            <a:lvl3pPr marL="914400" indent="0">
              <a:buNone/>
              <a:defRPr b="1" i="0">
                <a:latin typeface="Arial" charset="0"/>
                <a:ea typeface="Arial" charset="0"/>
                <a:cs typeface="Arial" charset="0"/>
              </a:defRPr>
            </a:lvl3pPr>
            <a:lvl4pPr marL="1371600" indent="0">
              <a:buNone/>
              <a:defRPr b="1" i="0">
                <a:latin typeface="Arial" charset="0"/>
                <a:ea typeface="Arial" charset="0"/>
                <a:cs typeface="Arial" charset="0"/>
              </a:defRPr>
            </a:lvl4pPr>
            <a:lvl5pPr marL="1828800" indent="0">
              <a:buNone/>
              <a:defRPr b="1" i="0">
                <a:latin typeface="Arial" charset="0"/>
                <a:ea typeface="Arial" charset="0"/>
                <a:cs typeface="Arial" charset="0"/>
              </a:defRPr>
            </a:lvl5pPr>
          </a:lstStyle>
          <a:p>
            <a:pPr lvl="0"/>
            <a:r>
              <a:rPr lang="en-US" dirty="0"/>
              <a:t>TITLE FOR THE SLIDE GOES HERE IN UPPERCASE BOLD 40PT</a:t>
            </a:r>
          </a:p>
        </p:txBody>
      </p:sp>
    </p:spTree>
    <p:extLst>
      <p:ext uri="{BB962C8B-B14F-4D97-AF65-F5344CB8AC3E}">
        <p14:creationId xmlns:p14="http://schemas.microsoft.com/office/powerpoint/2010/main" val="156852294"/>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976306" y="984046"/>
            <a:ext cx="4465643" cy="2308324"/>
          </a:xfrm>
        </p:spPr>
        <p:txBody>
          <a:bodyPr wrap="square" anchor="t" anchorCtr="0">
            <a:spAutoFit/>
          </a:bodyPr>
          <a:lstStyle>
            <a:lvl1pPr algn="ctr">
              <a:lnSpc>
                <a:spcPct val="100000"/>
              </a:lnSpc>
              <a:defRPr sz="4800" baseline="0"/>
            </a:lvl1pPr>
          </a:lstStyle>
          <a:p>
            <a:r>
              <a:rPr lang="en-US"/>
              <a:t>PRESENTATION TITLE GOES HERE</a:t>
            </a:r>
            <a:endParaRPr lang="en-GB"/>
          </a:p>
        </p:txBody>
      </p:sp>
      <p:sp>
        <p:nvSpPr>
          <p:cNvPr id="3" name="Subtitle 2"/>
          <p:cNvSpPr>
            <a:spLocks noGrp="1"/>
          </p:cNvSpPr>
          <p:nvPr>
            <p:ph type="subTitle" idx="1" hasCustomPrompt="1"/>
          </p:nvPr>
        </p:nvSpPr>
        <p:spPr>
          <a:xfrm>
            <a:off x="976306" y="4105223"/>
            <a:ext cx="4465643" cy="519112"/>
          </a:xfrm>
        </p:spPr>
        <p:txBody>
          <a:bodyPr/>
          <a:lstStyle>
            <a:lvl1pPr marL="0" indent="0" algn="l">
              <a:buNone/>
              <a:defRPr sz="2400"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Presenter Names Go Here</a:t>
            </a:r>
            <a:endParaRPr lang="en-GB"/>
          </a:p>
        </p:txBody>
      </p:sp>
      <p:sp>
        <p:nvSpPr>
          <p:cNvPr id="7" name="Block Arc 6"/>
          <p:cNvSpPr/>
          <p:nvPr userDrawn="1"/>
        </p:nvSpPr>
        <p:spPr>
          <a:xfrm rot="10800000">
            <a:off x="3766496" y="1529933"/>
            <a:ext cx="1973904" cy="2157521"/>
          </a:xfrm>
          <a:prstGeom prst="blockArc">
            <a:avLst>
              <a:gd name="adj1" fmla="val 10800000"/>
              <a:gd name="adj2" fmla="val 16198891"/>
              <a:gd name="adj3" fmla="val 7673"/>
            </a:avLst>
          </a:prstGeom>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dirty="0">
              <a:solidFill>
                <a:schemeClr val="tx1"/>
              </a:solidFill>
            </a:endParaRPr>
          </a:p>
        </p:txBody>
      </p:sp>
      <p:sp>
        <p:nvSpPr>
          <p:cNvPr id="8" name="L-Shape 7"/>
          <p:cNvSpPr/>
          <p:nvPr userDrawn="1"/>
        </p:nvSpPr>
        <p:spPr>
          <a:xfrm rot="5400000">
            <a:off x="790147" y="883073"/>
            <a:ext cx="1078761" cy="998544"/>
          </a:xfrm>
          <a:prstGeom prst="corner">
            <a:avLst>
              <a:gd name="adj1" fmla="val 15226"/>
              <a:gd name="adj2" fmla="val 15105"/>
            </a:avLst>
          </a:prstGeom>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dirty="0"/>
          </a:p>
        </p:txBody>
      </p:sp>
      <p:pic>
        <p:nvPicPr>
          <p:cNvPr id="9" name="Picture 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877300" y="374279"/>
            <a:ext cx="2946400" cy="1062970"/>
          </a:xfrm>
          <a:prstGeom prst="rect">
            <a:avLst/>
          </a:prstGeom>
        </p:spPr>
      </p:pic>
      <p:sp>
        <p:nvSpPr>
          <p:cNvPr id="10" name="Rectangle 9"/>
          <p:cNvSpPr/>
          <p:nvPr userDrawn="1"/>
        </p:nvSpPr>
        <p:spPr>
          <a:xfrm>
            <a:off x="0" y="6071232"/>
            <a:ext cx="12192000" cy="786768"/>
          </a:xfrm>
          <a:prstGeom prst="rect">
            <a:avLst/>
          </a:prstGeom>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dirty="0"/>
          </a:p>
        </p:txBody>
      </p:sp>
      <p:sp>
        <p:nvSpPr>
          <p:cNvPr id="11" name="Rectangle 10"/>
          <p:cNvSpPr/>
          <p:nvPr userDrawn="1"/>
        </p:nvSpPr>
        <p:spPr>
          <a:xfrm>
            <a:off x="0" y="5956300"/>
            <a:ext cx="12192000" cy="127632"/>
          </a:xfrm>
          <a:prstGeom prst="rect">
            <a:avLst/>
          </a:prstGeom>
          <a:solidFill>
            <a:srgbClr val="9B9B9B"/>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3362589582"/>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p:nvPr userDrawn="1"/>
        </p:nvSpPr>
        <p:spPr>
          <a:xfrm>
            <a:off x="0" y="6071232"/>
            <a:ext cx="12192000" cy="786768"/>
          </a:xfrm>
          <a:prstGeom prst="rect">
            <a:avLst/>
          </a:prstGeom>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dirty="0"/>
          </a:p>
        </p:txBody>
      </p:sp>
      <p:sp>
        <p:nvSpPr>
          <p:cNvPr id="9" name="Rectangle 8"/>
          <p:cNvSpPr/>
          <p:nvPr userDrawn="1"/>
        </p:nvSpPr>
        <p:spPr>
          <a:xfrm>
            <a:off x="0" y="5956300"/>
            <a:ext cx="12192000" cy="127632"/>
          </a:xfrm>
          <a:prstGeom prst="rect">
            <a:avLst/>
          </a:prstGeom>
          <a:solidFill>
            <a:srgbClr val="9B9B9B"/>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GB" dirty="0"/>
          </a:p>
        </p:txBody>
      </p:sp>
      <p:sp>
        <p:nvSpPr>
          <p:cNvPr id="2" name="Title 1"/>
          <p:cNvSpPr>
            <a:spLocks noGrp="1"/>
          </p:cNvSpPr>
          <p:nvPr>
            <p:ph type="title"/>
          </p:nvPr>
        </p:nvSpPr>
        <p:spPr>
          <a:xfrm>
            <a:off x="831850" y="1443038"/>
            <a:ext cx="10515600" cy="2852737"/>
          </a:xfrm>
        </p:spPr>
        <p:txBody>
          <a:bodyPr anchor="b"/>
          <a:lstStyle>
            <a:lvl1pPr>
              <a:defRPr sz="6000"/>
            </a:lvl1pPr>
          </a:lstStyle>
          <a:p>
            <a:r>
              <a:rPr lang="en-US"/>
              <a:t>Click to edit Master title style</a:t>
            </a:r>
            <a:endParaRPr lang="en-GB"/>
          </a:p>
        </p:txBody>
      </p:sp>
      <p:sp>
        <p:nvSpPr>
          <p:cNvPr id="3" name="Text Placeholder 2"/>
          <p:cNvSpPr>
            <a:spLocks noGrp="1"/>
          </p:cNvSpPr>
          <p:nvPr>
            <p:ph type="body" idx="1"/>
          </p:nvPr>
        </p:nvSpPr>
        <p:spPr>
          <a:xfrm>
            <a:off x="831850" y="45005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6" name="Slide Number Placeholder 5"/>
          <p:cNvSpPr>
            <a:spLocks noGrp="1"/>
          </p:cNvSpPr>
          <p:nvPr>
            <p:ph type="sldNum" sz="quarter" idx="12"/>
          </p:nvPr>
        </p:nvSpPr>
        <p:spPr/>
        <p:txBody>
          <a:bodyPr/>
          <a:lstStyle/>
          <a:p>
            <a:fld id="{FBDCD88B-4BF1-4908-BF24-C2C54E8F8E79}" type="slidenum">
              <a:rPr lang="en-GB" smtClean="0"/>
              <a:t>‹#›</a:t>
            </a:fld>
            <a:endParaRPr lang="en-GB" dirty="0"/>
          </a:p>
        </p:txBody>
      </p:sp>
      <p:pic>
        <p:nvPicPr>
          <p:cNvPr id="7" name="Picture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877300" y="374279"/>
            <a:ext cx="2946400" cy="1062970"/>
          </a:xfrm>
          <a:prstGeom prst="rect">
            <a:avLst/>
          </a:prstGeom>
        </p:spPr>
      </p:pic>
    </p:spTree>
    <p:extLst>
      <p:ext uri="{BB962C8B-B14F-4D97-AF65-F5344CB8AC3E}">
        <p14:creationId xmlns:p14="http://schemas.microsoft.com/office/powerpoint/2010/main" val="2818031192"/>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647700" y="1266193"/>
            <a:ext cx="10706100" cy="3994150"/>
          </a:xfr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2" name="Rectangle 11"/>
          <p:cNvSpPr/>
          <p:nvPr userDrawn="1"/>
        </p:nvSpPr>
        <p:spPr>
          <a:xfrm>
            <a:off x="0" y="-3175"/>
            <a:ext cx="12192000" cy="913768"/>
          </a:xfrm>
          <a:prstGeom prst="rect">
            <a:avLst/>
          </a:prstGeom>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dirty="0"/>
          </a:p>
        </p:txBody>
      </p:sp>
      <p:sp>
        <p:nvSpPr>
          <p:cNvPr id="13" name="Rectangle 12"/>
          <p:cNvSpPr/>
          <p:nvPr userDrawn="1"/>
        </p:nvSpPr>
        <p:spPr>
          <a:xfrm>
            <a:off x="0" y="910593"/>
            <a:ext cx="12192000" cy="127632"/>
          </a:xfrm>
          <a:prstGeom prst="rect">
            <a:avLst/>
          </a:prstGeom>
          <a:solidFill>
            <a:srgbClr val="9B9B9B"/>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GB" dirty="0"/>
          </a:p>
        </p:txBody>
      </p:sp>
      <p:sp>
        <p:nvSpPr>
          <p:cNvPr id="7" name="Rectangle 6"/>
          <p:cNvSpPr/>
          <p:nvPr userDrawn="1"/>
        </p:nvSpPr>
        <p:spPr>
          <a:xfrm>
            <a:off x="0" y="6071232"/>
            <a:ext cx="12192000" cy="786768"/>
          </a:xfrm>
          <a:prstGeom prst="rect">
            <a:avLst/>
          </a:prstGeom>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dirty="0"/>
          </a:p>
        </p:txBody>
      </p:sp>
      <p:sp>
        <p:nvSpPr>
          <p:cNvPr id="8" name="Rectangle 7"/>
          <p:cNvSpPr/>
          <p:nvPr userDrawn="1"/>
        </p:nvSpPr>
        <p:spPr>
          <a:xfrm>
            <a:off x="0" y="5956300"/>
            <a:ext cx="12192000" cy="127632"/>
          </a:xfrm>
          <a:prstGeom prst="rect">
            <a:avLst/>
          </a:prstGeom>
          <a:solidFill>
            <a:srgbClr val="9B9B9B"/>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GB" dirty="0"/>
          </a:p>
        </p:txBody>
      </p:sp>
      <p:sp>
        <p:nvSpPr>
          <p:cNvPr id="6" name="Slide Number Placeholder 5"/>
          <p:cNvSpPr>
            <a:spLocks noGrp="1"/>
          </p:cNvSpPr>
          <p:nvPr>
            <p:ph type="sldNum" sz="quarter" idx="12"/>
          </p:nvPr>
        </p:nvSpPr>
        <p:spPr>
          <a:xfrm>
            <a:off x="9309100" y="6280150"/>
            <a:ext cx="2743200" cy="365125"/>
          </a:xfrm>
        </p:spPr>
        <p:txBody>
          <a:bodyPr/>
          <a:lstStyle/>
          <a:p>
            <a:fld id="{FBDCD88B-4BF1-4908-BF24-C2C54E8F8E79}" type="slidenum">
              <a:rPr lang="en-GB" smtClean="0"/>
              <a:t>‹#›</a:t>
            </a:fld>
            <a:endParaRPr lang="en-GB" dirty="0"/>
          </a:p>
        </p:txBody>
      </p:sp>
      <p:pic>
        <p:nvPicPr>
          <p:cNvPr id="9" name="Picture 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4300" y="6207757"/>
            <a:ext cx="1498600" cy="540649"/>
          </a:xfrm>
          <a:prstGeom prst="rect">
            <a:avLst/>
          </a:prstGeom>
        </p:spPr>
      </p:pic>
      <p:sp>
        <p:nvSpPr>
          <p:cNvPr id="2" name="Title 1"/>
          <p:cNvSpPr>
            <a:spLocks noGrp="1"/>
          </p:cNvSpPr>
          <p:nvPr>
            <p:ph type="title"/>
          </p:nvPr>
        </p:nvSpPr>
        <p:spPr>
          <a:xfrm>
            <a:off x="647700" y="173361"/>
            <a:ext cx="10515600" cy="686432"/>
          </a:xfrm>
        </p:spPr>
        <p:txBody>
          <a:bodyPr/>
          <a:lstStyle>
            <a:lvl1pPr>
              <a:defRPr>
                <a:solidFill>
                  <a:schemeClr val="bg1"/>
                </a:solidFill>
              </a:defRPr>
            </a:lvl1pPr>
          </a:lstStyle>
          <a:p>
            <a:r>
              <a:rPr lang="en-US"/>
              <a:t>Click to edit Master title style</a:t>
            </a:r>
            <a:endParaRPr lang="en-GB"/>
          </a:p>
        </p:txBody>
      </p:sp>
    </p:spTree>
    <p:extLst>
      <p:ext uri="{BB962C8B-B14F-4D97-AF65-F5344CB8AC3E}">
        <p14:creationId xmlns:p14="http://schemas.microsoft.com/office/powerpoint/2010/main" val="626231347"/>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13" name="Rectangle 12"/>
          <p:cNvSpPr/>
          <p:nvPr userDrawn="1"/>
        </p:nvSpPr>
        <p:spPr>
          <a:xfrm>
            <a:off x="0" y="6071232"/>
            <a:ext cx="12192000" cy="786768"/>
          </a:xfrm>
          <a:prstGeom prst="rect">
            <a:avLst/>
          </a:prstGeom>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dirty="0"/>
          </a:p>
        </p:txBody>
      </p:sp>
      <p:sp>
        <p:nvSpPr>
          <p:cNvPr id="3" name="Content Placeholder 2"/>
          <p:cNvSpPr>
            <a:spLocks noGrp="1"/>
          </p:cNvSpPr>
          <p:nvPr>
            <p:ph sz="half" idx="1"/>
          </p:nvPr>
        </p:nvSpPr>
        <p:spPr>
          <a:xfrm>
            <a:off x="838200" y="12795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6172200" y="12795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Slide Number Placeholder 6"/>
          <p:cNvSpPr>
            <a:spLocks noGrp="1"/>
          </p:cNvSpPr>
          <p:nvPr>
            <p:ph type="sldNum" sz="quarter" idx="12"/>
          </p:nvPr>
        </p:nvSpPr>
        <p:spPr/>
        <p:txBody>
          <a:bodyPr/>
          <a:lstStyle/>
          <a:p>
            <a:fld id="{FBDCD88B-4BF1-4908-BF24-C2C54E8F8E79}" type="slidenum">
              <a:rPr lang="en-GB" smtClean="0"/>
              <a:t>‹#›</a:t>
            </a:fld>
            <a:endParaRPr lang="en-GB" dirty="0"/>
          </a:p>
        </p:txBody>
      </p:sp>
      <p:sp>
        <p:nvSpPr>
          <p:cNvPr id="10" name="Rectangle 9"/>
          <p:cNvSpPr/>
          <p:nvPr userDrawn="1"/>
        </p:nvSpPr>
        <p:spPr>
          <a:xfrm>
            <a:off x="0" y="-3175"/>
            <a:ext cx="12192000" cy="913768"/>
          </a:xfrm>
          <a:prstGeom prst="rect">
            <a:avLst/>
          </a:prstGeom>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dirty="0"/>
          </a:p>
        </p:txBody>
      </p:sp>
      <p:sp>
        <p:nvSpPr>
          <p:cNvPr id="12" name="Rectangle 11"/>
          <p:cNvSpPr/>
          <p:nvPr userDrawn="1"/>
        </p:nvSpPr>
        <p:spPr>
          <a:xfrm>
            <a:off x="0" y="910593"/>
            <a:ext cx="12192000" cy="127632"/>
          </a:xfrm>
          <a:prstGeom prst="rect">
            <a:avLst/>
          </a:prstGeom>
          <a:solidFill>
            <a:srgbClr val="9B9B9B"/>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GB" dirty="0"/>
          </a:p>
        </p:txBody>
      </p:sp>
      <p:sp>
        <p:nvSpPr>
          <p:cNvPr id="14" name="Rectangle 13"/>
          <p:cNvSpPr/>
          <p:nvPr userDrawn="1"/>
        </p:nvSpPr>
        <p:spPr>
          <a:xfrm>
            <a:off x="0" y="5956300"/>
            <a:ext cx="12192000" cy="127632"/>
          </a:xfrm>
          <a:prstGeom prst="rect">
            <a:avLst/>
          </a:prstGeom>
          <a:solidFill>
            <a:srgbClr val="9B9B9B"/>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GB" dirty="0"/>
          </a:p>
        </p:txBody>
      </p:sp>
      <p:pic>
        <p:nvPicPr>
          <p:cNvPr id="15" name="Picture 14"/>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4300" y="6207757"/>
            <a:ext cx="1498600" cy="540649"/>
          </a:xfrm>
          <a:prstGeom prst="rect">
            <a:avLst/>
          </a:prstGeom>
        </p:spPr>
      </p:pic>
      <p:sp>
        <p:nvSpPr>
          <p:cNvPr id="16" name="Title 1"/>
          <p:cNvSpPr>
            <a:spLocks noGrp="1"/>
          </p:cNvSpPr>
          <p:nvPr>
            <p:ph type="title"/>
          </p:nvPr>
        </p:nvSpPr>
        <p:spPr>
          <a:xfrm>
            <a:off x="647700" y="173361"/>
            <a:ext cx="10515600" cy="686432"/>
          </a:xfrm>
        </p:spPr>
        <p:txBody>
          <a:bodyPr/>
          <a:lstStyle>
            <a:lvl1pPr>
              <a:defRPr>
                <a:solidFill>
                  <a:schemeClr val="bg1"/>
                </a:solidFill>
              </a:defRPr>
            </a:lvl1pPr>
          </a:lstStyle>
          <a:p>
            <a:r>
              <a:rPr lang="en-US"/>
              <a:t>Click to edit Master title style</a:t>
            </a:r>
            <a:endParaRPr lang="en-GB"/>
          </a:p>
        </p:txBody>
      </p:sp>
    </p:spTree>
    <p:extLst>
      <p:ext uri="{BB962C8B-B14F-4D97-AF65-F5344CB8AC3E}">
        <p14:creationId xmlns:p14="http://schemas.microsoft.com/office/powerpoint/2010/main" val="2851218946"/>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5" name="Rectangle 4"/>
          <p:cNvSpPr/>
          <p:nvPr userDrawn="1"/>
        </p:nvSpPr>
        <p:spPr>
          <a:xfrm>
            <a:off x="0" y="6071232"/>
            <a:ext cx="12192000" cy="786768"/>
          </a:xfrm>
          <a:prstGeom prst="rect">
            <a:avLst/>
          </a:prstGeom>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dirty="0"/>
          </a:p>
        </p:txBody>
      </p:sp>
      <p:sp>
        <p:nvSpPr>
          <p:cNvPr id="4" name="Slide Number Placeholder 3"/>
          <p:cNvSpPr>
            <a:spLocks noGrp="1"/>
          </p:cNvSpPr>
          <p:nvPr>
            <p:ph type="sldNum" sz="quarter" idx="12"/>
          </p:nvPr>
        </p:nvSpPr>
        <p:spPr/>
        <p:txBody>
          <a:bodyPr/>
          <a:lstStyle/>
          <a:p>
            <a:fld id="{FBDCD88B-4BF1-4908-BF24-C2C54E8F8E79}" type="slidenum">
              <a:rPr lang="en-GB" smtClean="0"/>
              <a:t>‹#›</a:t>
            </a:fld>
            <a:endParaRPr lang="en-GB" dirty="0"/>
          </a:p>
        </p:txBody>
      </p:sp>
      <p:sp>
        <p:nvSpPr>
          <p:cNvPr id="6" name="Rectangle 5"/>
          <p:cNvSpPr/>
          <p:nvPr userDrawn="1"/>
        </p:nvSpPr>
        <p:spPr>
          <a:xfrm>
            <a:off x="0" y="-3175"/>
            <a:ext cx="12192000" cy="913768"/>
          </a:xfrm>
          <a:prstGeom prst="rect">
            <a:avLst/>
          </a:prstGeom>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dirty="0"/>
          </a:p>
        </p:txBody>
      </p:sp>
      <p:sp>
        <p:nvSpPr>
          <p:cNvPr id="8" name="Rectangle 7"/>
          <p:cNvSpPr/>
          <p:nvPr userDrawn="1"/>
        </p:nvSpPr>
        <p:spPr>
          <a:xfrm>
            <a:off x="0" y="910593"/>
            <a:ext cx="12192000" cy="127632"/>
          </a:xfrm>
          <a:prstGeom prst="rect">
            <a:avLst/>
          </a:prstGeom>
          <a:solidFill>
            <a:srgbClr val="9B9B9B"/>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GB" dirty="0"/>
          </a:p>
        </p:txBody>
      </p:sp>
      <p:sp>
        <p:nvSpPr>
          <p:cNvPr id="9" name="Rectangle 8"/>
          <p:cNvSpPr/>
          <p:nvPr userDrawn="1"/>
        </p:nvSpPr>
        <p:spPr>
          <a:xfrm>
            <a:off x="0" y="5956300"/>
            <a:ext cx="12192000" cy="127632"/>
          </a:xfrm>
          <a:prstGeom prst="rect">
            <a:avLst/>
          </a:prstGeom>
          <a:solidFill>
            <a:srgbClr val="9B9B9B"/>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GB" dirty="0"/>
          </a:p>
        </p:txBody>
      </p:sp>
      <p:pic>
        <p:nvPicPr>
          <p:cNvPr id="10" name="Picture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4300" y="6207757"/>
            <a:ext cx="1498600" cy="540649"/>
          </a:xfrm>
          <a:prstGeom prst="rect">
            <a:avLst/>
          </a:prstGeom>
        </p:spPr>
      </p:pic>
      <p:sp>
        <p:nvSpPr>
          <p:cNvPr id="11" name="Title 1"/>
          <p:cNvSpPr>
            <a:spLocks noGrp="1"/>
          </p:cNvSpPr>
          <p:nvPr>
            <p:ph type="title"/>
          </p:nvPr>
        </p:nvSpPr>
        <p:spPr>
          <a:xfrm>
            <a:off x="647700" y="173361"/>
            <a:ext cx="10515600" cy="686432"/>
          </a:xfrm>
        </p:spPr>
        <p:txBody>
          <a:bodyPr/>
          <a:lstStyle>
            <a:lvl1pPr>
              <a:defRPr>
                <a:solidFill>
                  <a:schemeClr val="bg1"/>
                </a:solidFill>
              </a:defRPr>
            </a:lvl1pPr>
          </a:lstStyle>
          <a:p>
            <a:r>
              <a:rPr lang="en-US"/>
              <a:t>Click to edit Master title style</a:t>
            </a:r>
            <a:endParaRPr lang="en-GB"/>
          </a:p>
        </p:txBody>
      </p:sp>
    </p:spTree>
    <p:extLst>
      <p:ext uri="{BB962C8B-B14F-4D97-AF65-F5344CB8AC3E}">
        <p14:creationId xmlns:p14="http://schemas.microsoft.com/office/powerpoint/2010/main" val="3933982816"/>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theme" Target="../theme/theme2.xml"/><Relationship Id="rId1" Type="http://schemas.openxmlformats.org/officeDocument/2006/relationships/slideLayout" Target="../slideLayouts/slideLayout2.xml"/></Relationships>
</file>

<file path=ppt/slideMasters/_rels/slideMaster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theme" Target="../theme/theme3.xml"/><Relationship Id="rId1" Type="http://schemas.openxmlformats.org/officeDocument/2006/relationships/slideLayout" Target="../slideLayouts/slideLayout3.xml"/></Relationships>
</file>

<file path=ppt/slideMasters/_rels/slideMaster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theme" Target="../theme/theme4.xml"/><Relationship Id="rId1" Type="http://schemas.openxmlformats.org/officeDocument/2006/relationships/slideLayout" Target="../slideLayouts/slideLayout4.xml"/></Relationships>
</file>

<file path=ppt/slideMasters/_rels/slideMaster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theme" Target="../theme/theme5.xml"/><Relationship Id="rId1" Type="http://schemas.openxmlformats.org/officeDocument/2006/relationships/slideLayout" Target="../slideLayouts/slideLayout5.xml"/></Relationships>
</file>

<file path=ppt/slideMasters/_rels/slideMaster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theme" Target="../theme/theme6.xml"/><Relationship Id="rId1" Type="http://schemas.openxmlformats.org/officeDocument/2006/relationships/slideLayout" Target="../slideLayouts/slideLayout6.xml"/></Relationships>
</file>

<file path=ppt/slideMasters/_rels/slideMaster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theme" Target="../theme/theme7.xml"/><Relationship Id="rId1" Type="http://schemas.openxmlformats.org/officeDocument/2006/relationships/slideLayout" Target="../slideLayouts/slideLayout7.xml"/></Relationships>
</file>

<file path=ppt/slideMasters/_rels/slideMaster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theme" Target="../theme/theme8.xml"/><Relationship Id="rId1" Type="http://schemas.openxmlformats.org/officeDocument/2006/relationships/slideLayout" Target="../slideLayouts/slideLayout8.xml"/></Relationships>
</file>

<file path=ppt/slideMasters/_rels/slideMaster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theme" Target="../theme/theme9.xml"/><Relationship Id="rId1" Type="http://schemas.openxmlformats.org/officeDocument/2006/relationships/slideLayout" Target="../slideLayouts/slideLayout9.xml"/></Relationships>
</file>

<file path=ppt/slideMasters/_rels/slideMaster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theme" Target="../theme/theme10.xml"/><Relationship Id="rId1" Type="http://schemas.openxmlformats.org/officeDocument/2006/relationships/slideLayout" Target="../slideLayouts/slideLayout10.xml"/></Relationships>
</file>

<file path=ppt/slideMasters/_rels/slideMaster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theme" Target="../theme/theme11.xml"/><Relationship Id="rId1" Type="http://schemas.openxmlformats.org/officeDocument/2006/relationships/slideLayout" Target="../slideLayouts/slideLayout11.xml"/></Relationships>
</file>

<file path=ppt/slideMasters/_rels/slideMaster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theme" Target="../theme/theme12.xml"/><Relationship Id="rId1" Type="http://schemas.openxmlformats.org/officeDocument/2006/relationships/slideLayout" Target="../slideLayouts/slideLayout12.xml"/></Relationships>
</file>

<file path=ppt/slideMasters/_rels/slideMaster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theme" Target="../theme/theme13.xml"/><Relationship Id="rId1" Type="http://schemas.openxmlformats.org/officeDocument/2006/relationships/slideLayout" Target="../slideLayouts/slideLayout13.xml"/></Relationships>
</file>

<file path=ppt/slideMasters/_rels/slideMaster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theme" Target="../theme/theme14.xml"/><Relationship Id="rId1" Type="http://schemas.openxmlformats.org/officeDocument/2006/relationships/slideLayout" Target="../slideLayouts/slideLayout14.xml"/></Relationships>
</file>

<file path=ppt/slideMasters/_rels/slideMaster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theme" Target="../theme/theme15.xml"/><Relationship Id="rId1" Type="http://schemas.openxmlformats.org/officeDocument/2006/relationships/slideLayout" Target="../slideLayouts/slideLayout15.xml"/></Relationships>
</file>

<file path=ppt/slideMasters/_rels/slideMaster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theme" Target="../theme/theme16.xml"/><Relationship Id="rId1" Type="http://schemas.openxmlformats.org/officeDocument/2006/relationships/slideLayout" Target="../slideLayouts/slideLayout16.xml"/></Relationships>
</file>

<file path=ppt/slideMasters/_rels/slideMaster1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theme" Target="../theme/theme17.xml"/><Relationship Id="rId1" Type="http://schemas.openxmlformats.org/officeDocument/2006/relationships/slideLayout" Target="../slideLayouts/slideLayout17.xml"/></Relationships>
</file>

<file path=ppt/slideMasters/_rels/slideMaster1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theme" Target="../theme/theme18.xml"/><Relationship Id="rId1" Type="http://schemas.openxmlformats.org/officeDocument/2006/relationships/slideLayout" Target="../slideLayouts/slideLayout18.xml"/></Relationships>
</file>

<file path=ppt/slideMasters/_rels/slideMaster1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theme" Target="../theme/theme19.xml"/><Relationship Id="rId1" Type="http://schemas.openxmlformats.org/officeDocument/2006/relationships/slideLayout" Target="../slideLayouts/slideLayout19.xml"/></Relationships>
</file>

<file path=ppt/slideMasters/_rels/slideMaster2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theme" Target="../theme/theme20.xml"/><Relationship Id="rId1" Type="http://schemas.openxmlformats.org/officeDocument/2006/relationships/slideLayout" Target="../slideLayouts/slideLayout20.xml"/></Relationships>
</file>

<file path=ppt/slideMasters/_rels/slideMaster2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theme" Target="../theme/theme21.xml"/><Relationship Id="rId1" Type="http://schemas.openxmlformats.org/officeDocument/2006/relationships/slideLayout" Target="../slideLayouts/slideLayout21.xml"/></Relationships>
</file>

<file path=ppt/slideMasters/_rels/slideMaster2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theme" Target="../theme/theme22.xml"/><Relationship Id="rId1" Type="http://schemas.openxmlformats.org/officeDocument/2006/relationships/slideLayout" Target="../slideLayouts/slideLayout22.xml"/></Relationships>
</file>

<file path=ppt/slideMasters/_rels/slideMaster23.xml.rels><?xml version="1.0" encoding="UTF-8" standalone="yes"?>
<Relationships xmlns="http://schemas.openxmlformats.org/package/2006/relationships"><Relationship Id="rId8" Type="http://schemas.openxmlformats.org/officeDocument/2006/relationships/slideLayout" Target="../slideLayouts/slideLayout30.xml"/><Relationship Id="rId3" Type="http://schemas.openxmlformats.org/officeDocument/2006/relationships/slideLayout" Target="../slideLayouts/slideLayout25.xml"/><Relationship Id="rId7" Type="http://schemas.openxmlformats.org/officeDocument/2006/relationships/slideLayout" Target="../slideLayouts/slideLayout29.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5" Type="http://schemas.openxmlformats.org/officeDocument/2006/relationships/slideLayout" Target="../slideLayouts/slideLayout27.xml"/><Relationship Id="rId4" Type="http://schemas.openxmlformats.org/officeDocument/2006/relationships/slideLayout" Target="../slideLayouts/slideLayout26.xml"/><Relationship Id="rId9" Type="http://schemas.openxmlformats.org/officeDocument/2006/relationships/theme" Target="../theme/theme23.xml"/></Relationships>
</file>

<file path=ppt/slideMasters/_rels/slideMaster24.xml.rels><?xml version="1.0" encoding="UTF-8" standalone="yes"?>
<Relationships xmlns="http://schemas.openxmlformats.org/package/2006/relationships"><Relationship Id="rId8" Type="http://schemas.openxmlformats.org/officeDocument/2006/relationships/theme" Target="../theme/theme24.xml"/><Relationship Id="rId3" Type="http://schemas.openxmlformats.org/officeDocument/2006/relationships/slideLayout" Target="../slideLayouts/slideLayout33.xml"/><Relationship Id="rId7" Type="http://schemas.openxmlformats.org/officeDocument/2006/relationships/slideLayout" Target="../slideLayouts/slideLayout37.xml"/><Relationship Id="rId2" Type="http://schemas.openxmlformats.org/officeDocument/2006/relationships/slideLayout" Target="../slideLayouts/slideLayout32.xml"/><Relationship Id="rId1" Type="http://schemas.openxmlformats.org/officeDocument/2006/relationships/slideLayout" Target="../slideLayouts/slideLayout31.xml"/><Relationship Id="rId6" Type="http://schemas.openxmlformats.org/officeDocument/2006/relationships/slideLayout" Target="../slideLayouts/slideLayout36.xml"/><Relationship Id="rId5" Type="http://schemas.openxmlformats.org/officeDocument/2006/relationships/slideLayout" Target="../slideLayouts/slideLayout35.xml"/><Relationship Id="rId4" Type="http://schemas.openxmlformats.org/officeDocument/2006/relationships/slideLayout" Target="../slideLayouts/slideLayout34.xml"/></Relationships>
</file>

<file path=ppt/slideMasters/_rels/slideMaster25.xml.rels><?xml version="1.0" encoding="UTF-8" standalone="yes"?>
<Relationships xmlns="http://schemas.openxmlformats.org/package/2006/relationships"><Relationship Id="rId3" Type="http://schemas.openxmlformats.org/officeDocument/2006/relationships/slideLayout" Target="../slideLayouts/slideLayout40.xml"/><Relationship Id="rId7" Type="http://schemas.openxmlformats.org/officeDocument/2006/relationships/theme" Target="../theme/theme25.xml"/><Relationship Id="rId2" Type="http://schemas.openxmlformats.org/officeDocument/2006/relationships/slideLayout" Target="../slideLayouts/slideLayout39.xml"/><Relationship Id="rId1" Type="http://schemas.openxmlformats.org/officeDocument/2006/relationships/slideLayout" Target="../slideLayouts/slideLayout38.xml"/><Relationship Id="rId6" Type="http://schemas.openxmlformats.org/officeDocument/2006/relationships/slideLayout" Target="../slideLayouts/slideLayout43.xml"/><Relationship Id="rId5" Type="http://schemas.openxmlformats.org/officeDocument/2006/relationships/slideLayout" Target="../slideLayouts/slideLayout42.xml"/><Relationship Id="rId4" Type="http://schemas.openxmlformats.org/officeDocument/2006/relationships/slideLayout" Target="../slideLayouts/slideLayout41.xml"/></Relationships>
</file>

<file path=ppt/slideMasters/_rels/slideMaster26.xml.rels><?xml version="1.0" encoding="UTF-8" standalone="yes"?>
<Relationships xmlns="http://schemas.openxmlformats.org/package/2006/relationships"><Relationship Id="rId2" Type="http://schemas.openxmlformats.org/officeDocument/2006/relationships/theme" Target="../theme/theme26.xml"/><Relationship Id="rId1" Type="http://schemas.openxmlformats.org/officeDocument/2006/relationships/slideLayout" Target="../slideLayouts/slideLayout44.xml"/></Relationships>
</file>

<file path=ppt/slideMasters/_rels/slideMaster27.xml.rels><?xml version="1.0" encoding="UTF-8" standalone="yes"?>
<Relationships xmlns="http://schemas.openxmlformats.org/package/2006/relationships"><Relationship Id="rId3" Type="http://schemas.openxmlformats.org/officeDocument/2006/relationships/slideLayout" Target="../slideLayouts/slideLayout47.xml"/><Relationship Id="rId2" Type="http://schemas.openxmlformats.org/officeDocument/2006/relationships/slideLayout" Target="../slideLayouts/slideLayout46.xml"/><Relationship Id="rId1" Type="http://schemas.openxmlformats.org/officeDocument/2006/relationships/slideLayout" Target="../slideLayouts/slideLayout45.xml"/><Relationship Id="rId6" Type="http://schemas.openxmlformats.org/officeDocument/2006/relationships/theme" Target="../theme/theme27.xml"/><Relationship Id="rId5" Type="http://schemas.openxmlformats.org/officeDocument/2006/relationships/slideLayout" Target="../slideLayouts/slideLayout49.xml"/><Relationship Id="rId4" Type="http://schemas.openxmlformats.org/officeDocument/2006/relationships/slideLayout" Target="../slideLayouts/slideLayout48.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rgbClr val="D6000D"/>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2315972" y="2671062"/>
            <a:ext cx="7547356" cy="1503176"/>
          </a:xfrm>
          <a:prstGeom prst="rect">
            <a:avLst/>
          </a:prstGeom>
        </p:spPr>
      </p:pic>
    </p:spTree>
    <p:extLst>
      <p:ext uri="{BB962C8B-B14F-4D97-AF65-F5344CB8AC3E}">
        <p14:creationId xmlns:p14="http://schemas.microsoft.com/office/powerpoint/2010/main" val="1666634998"/>
      </p:ext>
    </p:extLst>
  </p:cSld>
  <p:clrMap bg1="lt1" tx1="dk1" bg2="lt2" tx2="dk2" accent1="accent1" accent2="accent2" accent3="accent3" accent4="accent4" accent5="accent5" accent6="accent6" hlink="hlink" folHlink="folHlink"/>
  <p:sldLayoutIdLst>
    <p:sldLayoutId id="2147483668" r:id="rId1"/>
  </p:sldLayoutIdLst>
  <p:transition spd="slow"/>
  <p:txStyles>
    <p:titleStyle>
      <a:lvl1pPr algn="l" rtl="0" eaLnBrk="0" fontAlgn="base" hangingPunct="0">
        <a:lnSpc>
          <a:spcPct val="90000"/>
        </a:lnSpc>
        <a:spcBef>
          <a:spcPct val="0"/>
        </a:spcBef>
        <a:spcAft>
          <a:spcPct val="0"/>
        </a:spcAft>
        <a:defRPr sz="44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Calibri Light" charset="0"/>
        </a:defRPr>
      </a:lvl2pPr>
      <a:lvl3pPr algn="l" rtl="0" eaLnBrk="0" fontAlgn="base" hangingPunct="0">
        <a:lnSpc>
          <a:spcPct val="90000"/>
        </a:lnSpc>
        <a:spcBef>
          <a:spcPct val="0"/>
        </a:spcBef>
        <a:spcAft>
          <a:spcPct val="0"/>
        </a:spcAft>
        <a:defRPr sz="4400">
          <a:solidFill>
            <a:schemeClr val="tx1"/>
          </a:solidFill>
          <a:latin typeface="Calibri Light" charset="0"/>
        </a:defRPr>
      </a:lvl3pPr>
      <a:lvl4pPr algn="l" rtl="0" eaLnBrk="0" fontAlgn="base" hangingPunct="0">
        <a:lnSpc>
          <a:spcPct val="90000"/>
        </a:lnSpc>
        <a:spcBef>
          <a:spcPct val="0"/>
        </a:spcBef>
        <a:spcAft>
          <a:spcPct val="0"/>
        </a:spcAft>
        <a:defRPr sz="4400">
          <a:solidFill>
            <a:schemeClr val="tx1"/>
          </a:solidFill>
          <a:latin typeface="Calibri Light" charset="0"/>
        </a:defRPr>
      </a:lvl4pPr>
      <a:lvl5pPr algn="l" rtl="0" eaLnBrk="0" fontAlgn="base" hangingPunct="0">
        <a:lnSpc>
          <a:spcPct val="90000"/>
        </a:lnSpc>
        <a:spcBef>
          <a:spcPct val="0"/>
        </a:spcBef>
        <a:spcAft>
          <a:spcPct val="0"/>
        </a:spcAft>
        <a:defRPr sz="4400">
          <a:solidFill>
            <a:schemeClr val="tx1"/>
          </a:solidFill>
          <a:latin typeface="Calibri Light" charset="0"/>
        </a:defRPr>
      </a:lvl5pPr>
      <a:lvl6pPr marL="457200" algn="l" rtl="0" fontAlgn="base">
        <a:lnSpc>
          <a:spcPct val="90000"/>
        </a:lnSpc>
        <a:spcBef>
          <a:spcPct val="0"/>
        </a:spcBef>
        <a:spcAft>
          <a:spcPct val="0"/>
        </a:spcAft>
        <a:defRPr sz="4400">
          <a:solidFill>
            <a:schemeClr val="tx1"/>
          </a:solidFill>
          <a:latin typeface="Calibri Light" charset="0"/>
        </a:defRPr>
      </a:lvl6pPr>
      <a:lvl7pPr marL="914400" algn="l" rtl="0" fontAlgn="base">
        <a:lnSpc>
          <a:spcPct val="90000"/>
        </a:lnSpc>
        <a:spcBef>
          <a:spcPct val="0"/>
        </a:spcBef>
        <a:spcAft>
          <a:spcPct val="0"/>
        </a:spcAft>
        <a:defRPr sz="4400">
          <a:solidFill>
            <a:schemeClr val="tx1"/>
          </a:solidFill>
          <a:latin typeface="Calibri Light" charset="0"/>
        </a:defRPr>
      </a:lvl7pPr>
      <a:lvl8pPr marL="1371600" algn="l" rtl="0" fontAlgn="base">
        <a:lnSpc>
          <a:spcPct val="90000"/>
        </a:lnSpc>
        <a:spcBef>
          <a:spcPct val="0"/>
        </a:spcBef>
        <a:spcAft>
          <a:spcPct val="0"/>
        </a:spcAft>
        <a:defRPr sz="4400">
          <a:solidFill>
            <a:schemeClr val="tx1"/>
          </a:solidFill>
          <a:latin typeface="Calibri Light" charset="0"/>
        </a:defRPr>
      </a:lvl8pPr>
      <a:lvl9pPr marL="1828800" algn="l" rtl="0" fontAlgn="base">
        <a:lnSpc>
          <a:spcPct val="90000"/>
        </a:lnSpc>
        <a:spcBef>
          <a:spcPct val="0"/>
        </a:spcBef>
        <a:spcAft>
          <a:spcPct val="0"/>
        </a:spcAft>
        <a:defRPr sz="4400">
          <a:solidFill>
            <a:schemeClr val="tx1"/>
          </a:solidFill>
          <a:latin typeface="Calibri Light" charset="0"/>
        </a:defRPr>
      </a:lvl9pPr>
    </p:titleStyle>
    <p:bodyStyle>
      <a:lvl1pPr marL="228600" indent="-228600" algn="l" rtl="0" eaLnBrk="0" fontAlgn="base" hangingPunct="0">
        <a:lnSpc>
          <a:spcPct val="90000"/>
        </a:lnSpc>
        <a:spcBef>
          <a:spcPts val="1000"/>
        </a:spcBef>
        <a:spcAft>
          <a:spcPct val="0"/>
        </a:spcAft>
        <a:buFont typeface="Arial"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rgbClr val="D6000D"/>
        </a:solidFill>
        <a:effectLst/>
      </p:bgPr>
    </p:bg>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2304288" y="2807885"/>
            <a:ext cx="7583424" cy="1229530"/>
          </a:xfrm>
          <a:prstGeom prst="rect">
            <a:avLst/>
          </a:prstGeom>
        </p:spPr>
      </p:pic>
    </p:spTree>
    <p:extLst>
      <p:ext uri="{BB962C8B-B14F-4D97-AF65-F5344CB8AC3E}">
        <p14:creationId xmlns:p14="http://schemas.microsoft.com/office/powerpoint/2010/main" val="1385789576"/>
      </p:ext>
    </p:extLst>
  </p:cSld>
  <p:clrMap bg1="lt1" tx1="dk1" bg2="lt2" tx2="dk2" accent1="accent1" accent2="accent2" accent3="accent3" accent4="accent4" accent5="accent5" accent6="accent6" hlink="hlink" folHlink="folHlink"/>
  <p:sldLayoutIdLst>
    <p:sldLayoutId id="2147483670" r:id="rId1"/>
  </p:sldLayoutIdLst>
  <p:transition spd="slow"/>
  <p:txStyles>
    <p:titleStyle>
      <a:lvl1pPr algn="l" rtl="0" eaLnBrk="0" fontAlgn="base" hangingPunct="0">
        <a:lnSpc>
          <a:spcPct val="90000"/>
        </a:lnSpc>
        <a:spcBef>
          <a:spcPct val="0"/>
        </a:spcBef>
        <a:spcAft>
          <a:spcPct val="0"/>
        </a:spcAft>
        <a:defRPr sz="44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Calibri Light" charset="0"/>
        </a:defRPr>
      </a:lvl2pPr>
      <a:lvl3pPr algn="l" rtl="0" eaLnBrk="0" fontAlgn="base" hangingPunct="0">
        <a:lnSpc>
          <a:spcPct val="90000"/>
        </a:lnSpc>
        <a:spcBef>
          <a:spcPct val="0"/>
        </a:spcBef>
        <a:spcAft>
          <a:spcPct val="0"/>
        </a:spcAft>
        <a:defRPr sz="4400">
          <a:solidFill>
            <a:schemeClr val="tx1"/>
          </a:solidFill>
          <a:latin typeface="Calibri Light" charset="0"/>
        </a:defRPr>
      </a:lvl3pPr>
      <a:lvl4pPr algn="l" rtl="0" eaLnBrk="0" fontAlgn="base" hangingPunct="0">
        <a:lnSpc>
          <a:spcPct val="90000"/>
        </a:lnSpc>
        <a:spcBef>
          <a:spcPct val="0"/>
        </a:spcBef>
        <a:spcAft>
          <a:spcPct val="0"/>
        </a:spcAft>
        <a:defRPr sz="4400">
          <a:solidFill>
            <a:schemeClr val="tx1"/>
          </a:solidFill>
          <a:latin typeface="Calibri Light" charset="0"/>
        </a:defRPr>
      </a:lvl4pPr>
      <a:lvl5pPr algn="l" rtl="0" eaLnBrk="0" fontAlgn="base" hangingPunct="0">
        <a:lnSpc>
          <a:spcPct val="90000"/>
        </a:lnSpc>
        <a:spcBef>
          <a:spcPct val="0"/>
        </a:spcBef>
        <a:spcAft>
          <a:spcPct val="0"/>
        </a:spcAft>
        <a:defRPr sz="4400">
          <a:solidFill>
            <a:schemeClr val="tx1"/>
          </a:solidFill>
          <a:latin typeface="Calibri Light" charset="0"/>
        </a:defRPr>
      </a:lvl5pPr>
      <a:lvl6pPr marL="457200" algn="l" rtl="0" fontAlgn="base">
        <a:lnSpc>
          <a:spcPct val="90000"/>
        </a:lnSpc>
        <a:spcBef>
          <a:spcPct val="0"/>
        </a:spcBef>
        <a:spcAft>
          <a:spcPct val="0"/>
        </a:spcAft>
        <a:defRPr sz="4400">
          <a:solidFill>
            <a:schemeClr val="tx1"/>
          </a:solidFill>
          <a:latin typeface="Calibri Light" charset="0"/>
        </a:defRPr>
      </a:lvl6pPr>
      <a:lvl7pPr marL="914400" algn="l" rtl="0" fontAlgn="base">
        <a:lnSpc>
          <a:spcPct val="90000"/>
        </a:lnSpc>
        <a:spcBef>
          <a:spcPct val="0"/>
        </a:spcBef>
        <a:spcAft>
          <a:spcPct val="0"/>
        </a:spcAft>
        <a:defRPr sz="4400">
          <a:solidFill>
            <a:schemeClr val="tx1"/>
          </a:solidFill>
          <a:latin typeface="Calibri Light" charset="0"/>
        </a:defRPr>
      </a:lvl7pPr>
      <a:lvl8pPr marL="1371600" algn="l" rtl="0" fontAlgn="base">
        <a:lnSpc>
          <a:spcPct val="90000"/>
        </a:lnSpc>
        <a:spcBef>
          <a:spcPct val="0"/>
        </a:spcBef>
        <a:spcAft>
          <a:spcPct val="0"/>
        </a:spcAft>
        <a:defRPr sz="4400">
          <a:solidFill>
            <a:schemeClr val="tx1"/>
          </a:solidFill>
          <a:latin typeface="Calibri Light" charset="0"/>
        </a:defRPr>
      </a:lvl8pPr>
      <a:lvl9pPr marL="1828800" algn="l" rtl="0" fontAlgn="base">
        <a:lnSpc>
          <a:spcPct val="90000"/>
        </a:lnSpc>
        <a:spcBef>
          <a:spcPct val="0"/>
        </a:spcBef>
        <a:spcAft>
          <a:spcPct val="0"/>
        </a:spcAft>
        <a:defRPr sz="4400">
          <a:solidFill>
            <a:schemeClr val="tx1"/>
          </a:solidFill>
          <a:latin typeface="Calibri Light" charset="0"/>
        </a:defRPr>
      </a:lvl9pPr>
    </p:titleStyle>
    <p:bodyStyle>
      <a:lvl1pPr marL="228600" indent="-228600" algn="l" rtl="0" eaLnBrk="0" fontAlgn="base" hangingPunct="0">
        <a:lnSpc>
          <a:spcPct val="90000"/>
        </a:lnSpc>
        <a:spcBef>
          <a:spcPts val="1000"/>
        </a:spcBef>
        <a:spcAft>
          <a:spcPct val="0"/>
        </a:spcAft>
        <a:buFont typeface="Arial"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rgbClr val="D6000D"/>
        </a:solidFill>
        <a:effectLst/>
      </p:bgPr>
    </p:bg>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2353056" y="2624778"/>
            <a:ext cx="7485888" cy="1603006"/>
          </a:xfrm>
          <a:prstGeom prst="rect">
            <a:avLst/>
          </a:prstGeom>
        </p:spPr>
      </p:pic>
    </p:spTree>
    <p:extLst>
      <p:ext uri="{BB962C8B-B14F-4D97-AF65-F5344CB8AC3E}">
        <p14:creationId xmlns:p14="http://schemas.microsoft.com/office/powerpoint/2010/main" val="2110781693"/>
      </p:ext>
    </p:extLst>
  </p:cSld>
  <p:clrMap bg1="lt1" tx1="dk1" bg2="lt2" tx2="dk2" accent1="accent1" accent2="accent2" accent3="accent3" accent4="accent4" accent5="accent5" accent6="accent6" hlink="hlink" folHlink="folHlink"/>
  <p:sldLayoutIdLst>
    <p:sldLayoutId id="2147483674" r:id="rId1"/>
  </p:sldLayoutIdLst>
  <p:transition spd="slow"/>
  <p:txStyles>
    <p:titleStyle>
      <a:lvl1pPr algn="l" rtl="0" eaLnBrk="0" fontAlgn="base" hangingPunct="0">
        <a:lnSpc>
          <a:spcPct val="90000"/>
        </a:lnSpc>
        <a:spcBef>
          <a:spcPct val="0"/>
        </a:spcBef>
        <a:spcAft>
          <a:spcPct val="0"/>
        </a:spcAft>
        <a:defRPr sz="44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Calibri Light" charset="0"/>
        </a:defRPr>
      </a:lvl2pPr>
      <a:lvl3pPr algn="l" rtl="0" eaLnBrk="0" fontAlgn="base" hangingPunct="0">
        <a:lnSpc>
          <a:spcPct val="90000"/>
        </a:lnSpc>
        <a:spcBef>
          <a:spcPct val="0"/>
        </a:spcBef>
        <a:spcAft>
          <a:spcPct val="0"/>
        </a:spcAft>
        <a:defRPr sz="4400">
          <a:solidFill>
            <a:schemeClr val="tx1"/>
          </a:solidFill>
          <a:latin typeface="Calibri Light" charset="0"/>
        </a:defRPr>
      </a:lvl3pPr>
      <a:lvl4pPr algn="l" rtl="0" eaLnBrk="0" fontAlgn="base" hangingPunct="0">
        <a:lnSpc>
          <a:spcPct val="90000"/>
        </a:lnSpc>
        <a:spcBef>
          <a:spcPct val="0"/>
        </a:spcBef>
        <a:spcAft>
          <a:spcPct val="0"/>
        </a:spcAft>
        <a:defRPr sz="4400">
          <a:solidFill>
            <a:schemeClr val="tx1"/>
          </a:solidFill>
          <a:latin typeface="Calibri Light" charset="0"/>
        </a:defRPr>
      </a:lvl4pPr>
      <a:lvl5pPr algn="l" rtl="0" eaLnBrk="0" fontAlgn="base" hangingPunct="0">
        <a:lnSpc>
          <a:spcPct val="90000"/>
        </a:lnSpc>
        <a:spcBef>
          <a:spcPct val="0"/>
        </a:spcBef>
        <a:spcAft>
          <a:spcPct val="0"/>
        </a:spcAft>
        <a:defRPr sz="4400">
          <a:solidFill>
            <a:schemeClr val="tx1"/>
          </a:solidFill>
          <a:latin typeface="Calibri Light" charset="0"/>
        </a:defRPr>
      </a:lvl5pPr>
      <a:lvl6pPr marL="457200" algn="l" rtl="0" fontAlgn="base">
        <a:lnSpc>
          <a:spcPct val="90000"/>
        </a:lnSpc>
        <a:spcBef>
          <a:spcPct val="0"/>
        </a:spcBef>
        <a:spcAft>
          <a:spcPct val="0"/>
        </a:spcAft>
        <a:defRPr sz="4400">
          <a:solidFill>
            <a:schemeClr val="tx1"/>
          </a:solidFill>
          <a:latin typeface="Calibri Light" charset="0"/>
        </a:defRPr>
      </a:lvl6pPr>
      <a:lvl7pPr marL="914400" algn="l" rtl="0" fontAlgn="base">
        <a:lnSpc>
          <a:spcPct val="90000"/>
        </a:lnSpc>
        <a:spcBef>
          <a:spcPct val="0"/>
        </a:spcBef>
        <a:spcAft>
          <a:spcPct val="0"/>
        </a:spcAft>
        <a:defRPr sz="4400">
          <a:solidFill>
            <a:schemeClr val="tx1"/>
          </a:solidFill>
          <a:latin typeface="Calibri Light" charset="0"/>
        </a:defRPr>
      </a:lvl7pPr>
      <a:lvl8pPr marL="1371600" algn="l" rtl="0" fontAlgn="base">
        <a:lnSpc>
          <a:spcPct val="90000"/>
        </a:lnSpc>
        <a:spcBef>
          <a:spcPct val="0"/>
        </a:spcBef>
        <a:spcAft>
          <a:spcPct val="0"/>
        </a:spcAft>
        <a:defRPr sz="4400">
          <a:solidFill>
            <a:schemeClr val="tx1"/>
          </a:solidFill>
          <a:latin typeface="Calibri Light" charset="0"/>
        </a:defRPr>
      </a:lvl8pPr>
      <a:lvl9pPr marL="1828800" algn="l" rtl="0" fontAlgn="base">
        <a:lnSpc>
          <a:spcPct val="90000"/>
        </a:lnSpc>
        <a:spcBef>
          <a:spcPct val="0"/>
        </a:spcBef>
        <a:spcAft>
          <a:spcPct val="0"/>
        </a:spcAft>
        <a:defRPr sz="4400">
          <a:solidFill>
            <a:schemeClr val="tx1"/>
          </a:solidFill>
          <a:latin typeface="Calibri Light" charset="0"/>
        </a:defRPr>
      </a:lvl9pPr>
    </p:titleStyle>
    <p:bodyStyle>
      <a:lvl1pPr marL="228600" indent="-228600" algn="l" rtl="0" eaLnBrk="0" fontAlgn="base" hangingPunct="0">
        <a:lnSpc>
          <a:spcPct val="90000"/>
        </a:lnSpc>
        <a:spcBef>
          <a:spcPts val="1000"/>
        </a:spcBef>
        <a:spcAft>
          <a:spcPct val="0"/>
        </a:spcAft>
        <a:buFont typeface="Arial"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rgbClr val="D6000D"/>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2060448" y="2780581"/>
            <a:ext cx="8071104" cy="1296838"/>
          </a:xfrm>
          <a:prstGeom prst="rect">
            <a:avLst/>
          </a:prstGeom>
        </p:spPr>
      </p:pic>
    </p:spTree>
    <p:extLst>
      <p:ext uri="{BB962C8B-B14F-4D97-AF65-F5344CB8AC3E}">
        <p14:creationId xmlns:p14="http://schemas.microsoft.com/office/powerpoint/2010/main" val="478121582"/>
      </p:ext>
    </p:extLst>
  </p:cSld>
  <p:clrMap bg1="lt1" tx1="dk1" bg2="lt2" tx2="dk2" accent1="accent1" accent2="accent2" accent3="accent3" accent4="accent4" accent5="accent5" accent6="accent6" hlink="hlink" folHlink="folHlink"/>
  <p:sldLayoutIdLst>
    <p:sldLayoutId id="2147483676" r:id="rId1"/>
  </p:sldLayoutIdLst>
  <p:transition spd="slow"/>
  <p:txStyles>
    <p:titleStyle>
      <a:lvl1pPr algn="l" rtl="0" eaLnBrk="0" fontAlgn="base" hangingPunct="0">
        <a:lnSpc>
          <a:spcPct val="90000"/>
        </a:lnSpc>
        <a:spcBef>
          <a:spcPct val="0"/>
        </a:spcBef>
        <a:spcAft>
          <a:spcPct val="0"/>
        </a:spcAft>
        <a:defRPr sz="44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Calibri Light" charset="0"/>
        </a:defRPr>
      </a:lvl2pPr>
      <a:lvl3pPr algn="l" rtl="0" eaLnBrk="0" fontAlgn="base" hangingPunct="0">
        <a:lnSpc>
          <a:spcPct val="90000"/>
        </a:lnSpc>
        <a:spcBef>
          <a:spcPct val="0"/>
        </a:spcBef>
        <a:spcAft>
          <a:spcPct val="0"/>
        </a:spcAft>
        <a:defRPr sz="4400">
          <a:solidFill>
            <a:schemeClr val="tx1"/>
          </a:solidFill>
          <a:latin typeface="Calibri Light" charset="0"/>
        </a:defRPr>
      </a:lvl3pPr>
      <a:lvl4pPr algn="l" rtl="0" eaLnBrk="0" fontAlgn="base" hangingPunct="0">
        <a:lnSpc>
          <a:spcPct val="90000"/>
        </a:lnSpc>
        <a:spcBef>
          <a:spcPct val="0"/>
        </a:spcBef>
        <a:spcAft>
          <a:spcPct val="0"/>
        </a:spcAft>
        <a:defRPr sz="4400">
          <a:solidFill>
            <a:schemeClr val="tx1"/>
          </a:solidFill>
          <a:latin typeface="Calibri Light" charset="0"/>
        </a:defRPr>
      </a:lvl4pPr>
      <a:lvl5pPr algn="l" rtl="0" eaLnBrk="0" fontAlgn="base" hangingPunct="0">
        <a:lnSpc>
          <a:spcPct val="90000"/>
        </a:lnSpc>
        <a:spcBef>
          <a:spcPct val="0"/>
        </a:spcBef>
        <a:spcAft>
          <a:spcPct val="0"/>
        </a:spcAft>
        <a:defRPr sz="4400">
          <a:solidFill>
            <a:schemeClr val="tx1"/>
          </a:solidFill>
          <a:latin typeface="Calibri Light" charset="0"/>
        </a:defRPr>
      </a:lvl5pPr>
      <a:lvl6pPr marL="457200" algn="l" rtl="0" fontAlgn="base">
        <a:lnSpc>
          <a:spcPct val="90000"/>
        </a:lnSpc>
        <a:spcBef>
          <a:spcPct val="0"/>
        </a:spcBef>
        <a:spcAft>
          <a:spcPct val="0"/>
        </a:spcAft>
        <a:defRPr sz="4400">
          <a:solidFill>
            <a:schemeClr val="tx1"/>
          </a:solidFill>
          <a:latin typeface="Calibri Light" charset="0"/>
        </a:defRPr>
      </a:lvl6pPr>
      <a:lvl7pPr marL="914400" algn="l" rtl="0" fontAlgn="base">
        <a:lnSpc>
          <a:spcPct val="90000"/>
        </a:lnSpc>
        <a:spcBef>
          <a:spcPct val="0"/>
        </a:spcBef>
        <a:spcAft>
          <a:spcPct val="0"/>
        </a:spcAft>
        <a:defRPr sz="4400">
          <a:solidFill>
            <a:schemeClr val="tx1"/>
          </a:solidFill>
          <a:latin typeface="Calibri Light" charset="0"/>
        </a:defRPr>
      </a:lvl7pPr>
      <a:lvl8pPr marL="1371600" algn="l" rtl="0" fontAlgn="base">
        <a:lnSpc>
          <a:spcPct val="90000"/>
        </a:lnSpc>
        <a:spcBef>
          <a:spcPct val="0"/>
        </a:spcBef>
        <a:spcAft>
          <a:spcPct val="0"/>
        </a:spcAft>
        <a:defRPr sz="4400">
          <a:solidFill>
            <a:schemeClr val="tx1"/>
          </a:solidFill>
          <a:latin typeface="Calibri Light" charset="0"/>
        </a:defRPr>
      </a:lvl8pPr>
      <a:lvl9pPr marL="1828800" algn="l" rtl="0" fontAlgn="base">
        <a:lnSpc>
          <a:spcPct val="90000"/>
        </a:lnSpc>
        <a:spcBef>
          <a:spcPct val="0"/>
        </a:spcBef>
        <a:spcAft>
          <a:spcPct val="0"/>
        </a:spcAft>
        <a:defRPr sz="4400">
          <a:solidFill>
            <a:schemeClr val="tx1"/>
          </a:solidFill>
          <a:latin typeface="Calibri Light" charset="0"/>
        </a:defRPr>
      </a:lvl9pPr>
    </p:titleStyle>
    <p:bodyStyle>
      <a:lvl1pPr marL="228600" indent="-228600" algn="l" rtl="0" eaLnBrk="0" fontAlgn="base" hangingPunct="0">
        <a:lnSpc>
          <a:spcPct val="90000"/>
        </a:lnSpc>
        <a:spcBef>
          <a:spcPts val="1000"/>
        </a:spcBef>
        <a:spcAft>
          <a:spcPct val="0"/>
        </a:spcAft>
        <a:buFont typeface="Arial"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rgbClr val="D6000D"/>
        </a:solidFill>
        <a:effectLst/>
      </p:bgPr>
    </p:bg>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2169668" y="2584698"/>
            <a:ext cx="7839964" cy="1675904"/>
          </a:xfrm>
          <a:prstGeom prst="rect">
            <a:avLst/>
          </a:prstGeom>
        </p:spPr>
      </p:pic>
    </p:spTree>
    <p:extLst>
      <p:ext uri="{BB962C8B-B14F-4D97-AF65-F5344CB8AC3E}">
        <p14:creationId xmlns:p14="http://schemas.microsoft.com/office/powerpoint/2010/main" val="33305322"/>
      </p:ext>
    </p:extLst>
  </p:cSld>
  <p:clrMap bg1="lt1" tx1="dk1" bg2="lt2" tx2="dk2" accent1="accent1" accent2="accent2" accent3="accent3" accent4="accent4" accent5="accent5" accent6="accent6" hlink="hlink" folHlink="folHlink"/>
  <p:sldLayoutIdLst>
    <p:sldLayoutId id="2147483678" r:id="rId1"/>
  </p:sldLayoutIdLst>
  <p:transition spd="slow"/>
  <p:txStyles>
    <p:titleStyle>
      <a:lvl1pPr algn="l" rtl="0" eaLnBrk="0" fontAlgn="base" hangingPunct="0">
        <a:lnSpc>
          <a:spcPct val="90000"/>
        </a:lnSpc>
        <a:spcBef>
          <a:spcPct val="0"/>
        </a:spcBef>
        <a:spcAft>
          <a:spcPct val="0"/>
        </a:spcAft>
        <a:defRPr sz="44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Calibri Light" charset="0"/>
        </a:defRPr>
      </a:lvl2pPr>
      <a:lvl3pPr algn="l" rtl="0" eaLnBrk="0" fontAlgn="base" hangingPunct="0">
        <a:lnSpc>
          <a:spcPct val="90000"/>
        </a:lnSpc>
        <a:spcBef>
          <a:spcPct val="0"/>
        </a:spcBef>
        <a:spcAft>
          <a:spcPct val="0"/>
        </a:spcAft>
        <a:defRPr sz="4400">
          <a:solidFill>
            <a:schemeClr val="tx1"/>
          </a:solidFill>
          <a:latin typeface="Calibri Light" charset="0"/>
        </a:defRPr>
      </a:lvl3pPr>
      <a:lvl4pPr algn="l" rtl="0" eaLnBrk="0" fontAlgn="base" hangingPunct="0">
        <a:lnSpc>
          <a:spcPct val="90000"/>
        </a:lnSpc>
        <a:spcBef>
          <a:spcPct val="0"/>
        </a:spcBef>
        <a:spcAft>
          <a:spcPct val="0"/>
        </a:spcAft>
        <a:defRPr sz="4400">
          <a:solidFill>
            <a:schemeClr val="tx1"/>
          </a:solidFill>
          <a:latin typeface="Calibri Light" charset="0"/>
        </a:defRPr>
      </a:lvl4pPr>
      <a:lvl5pPr algn="l" rtl="0" eaLnBrk="0" fontAlgn="base" hangingPunct="0">
        <a:lnSpc>
          <a:spcPct val="90000"/>
        </a:lnSpc>
        <a:spcBef>
          <a:spcPct val="0"/>
        </a:spcBef>
        <a:spcAft>
          <a:spcPct val="0"/>
        </a:spcAft>
        <a:defRPr sz="4400">
          <a:solidFill>
            <a:schemeClr val="tx1"/>
          </a:solidFill>
          <a:latin typeface="Calibri Light" charset="0"/>
        </a:defRPr>
      </a:lvl5pPr>
      <a:lvl6pPr marL="457200" algn="l" rtl="0" fontAlgn="base">
        <a:lnSpc>
          <a:spcPct val="90000"/>
        </a:lnSpc>
        <a:spcBef>
          <a:spcPct val="0"/>
        </a:spcBef>
        <a:spcAft>
          <a:spcPct val="0"/>
        </a:spcAft>
        <a:defRPr sz="4400">
          <a:solidFill>
            <a:schemeClr val="tx1"/>
          </a:solidFill>
          <a:latin typeface="Calibri Light" charset="0"/>
        </a:defRPr>
      </a:lvl6pPr>
      <a:lvl7pPr marL="914400" algn="l" rtl="0" fontAlgn="base">
        <a:lnSpc>
          <a:spcPct val="90000"/>
        </a:lnSpc>
        <a:spcBef>
          <a:spcPct val="0"/>
        </a:spcBef>
        <a:spcAft>
          <a:spcPct val="0"/>
        </a:spcAft>
        <a:defRPr sz="4400">
          <a:solidFill>
            <a:schemeClr val="tx1"/>
          </a:solidFill>
          <a:latin typeface="Calibri Light" charset="0"/>
        </a:defRPr>
      </a:lvl7pPr>
      <a:lvl8pPr marL="1371600" algn="l" rtl="0" fontAlgn="base">
        <a:lnSpc>
          <a:spcPct val="90000"/>
        </a:lnSpc>
        <a:spcBef>
          <a:spcPct val="0"/>
        </a:spcBef>
        <a:spcAft>
          <a:spcPct val="0"/>
        </a:spcAft>
        <a:defRPr sz="4400">
          <a:solidFill>
            <a:schemeClr val="tx1"/>
          </a:solidFill>
          <a:latin typeface="Calibri Light" charset="0"/>
        </a:defRPr>
      </a:lvl8pPr>
      <a:lvl9pPr marL="1828800" algn="l" rtl="0" fontAlgn="base">
        <a:lnSpc>
          <a:spcPct val="90000"/>
        </a:lnSpc>
        <a:spcBef>
          <a:spcPct val="0"/>
        </a:spcBef>
        <a:spcAft>
          <a:spcPct val="0"/>
        </a:spcAft>
        <a:defRPr sz="4400">
          <a:solidFill>
            <a:schemeClr val="tx1"/>
          </a:solidFill>
          <a:latin typeface="Calibri Light" charset="0"/>
        </a:defRPr>
      </a:lvl9pPr>
    </p:titleStyle>
    <p:bodyStyle>
      <a:lvl1pPr marL="228600" indent="-228600" algn="l" rtl="0" eaLnBrk="0" fontAlgn="base" hangingPunct="0">
        <a:lnSpc>
          <a:spcPct val="90000"/>
        </a:lnSpc>
        <a:spcBef>
          <a:spcPts val="1000"/>
        </a:spcBef>
        <a:spcAft>
          <a:spcPct val="0"/>
        </a:spcAft>
        <a:buFont typeface="Arial"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rgbClr val="D6000D"/>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2572512" y="2671340"/>
            <a:ext cx="7046976" cy="1515320"/>
          </a:xfrm>
          <a:prstGeom prst="rect">
            <a:avLst/>
          </a:prstGeom>
        </p:spPr>
      </p:pic>
    </p:spTree>
    <p:extLst>
      <p:ext uri="{BB962C8B-B14F-4D97-AF65-F5344CB8AC3E}">
        <p14:creationId xmlns:p14="http://schemas.microsoft.com/office/powerpoint/2010/main" val="1203920840"/>
      </p:ext>
    </p:extLst>
  </p:cSld>
  <p:clrMap bg1="lt1" tx1="dk1" bg2="lt2" tx2="dk2" accent1="accent1" accent2="accent2" accent3="accent3" accent4="accent4" accent5="accent5" accent6="accent6" hlink="hlink" folHlink="folHlink"/>
  <p:sldLayoutIdLst>
    <p:sldLayoutId id="2147483680" r:id="rId1"/>
  </p:sldLayoutIdLst>
  <p:transition spd="slow"/>
  <p:txStyles>
    <p:titleStyle>
      <a:lvl1pPr algn="l" rtl="0" eaLnBrk="0" fontAlgn="base" hangingPunct="0">
        <a:lnSpc>
          <a:spcPct val="90000"/>
        </a:lnSpc>
        <a:spcBef>
          <a:spcPct val="0"/>
        </a:spcBef>
        <a:spcAft>
          <a:spcPct val="0"/>
        </a:spcAft>
        <a:defRPr sz="44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Calibri Light" charset="0"/>
        </a:defRPr>
      </a:lvl2pPr>
      <a:lvl3pPr algn="l" rtl="0" eaLnBrk="0" fontAlgn="base" hangingPunct="0">
        <a:lnSpc>
          <a:spcPct val="90000"/>
        </a:lnSpc>
        <a:spcBef>
          <a:spcPct val="0"/>
        </a:spcBef>
        <a:spcAft>
          <a:spcPct val="0"/>
        </a:spcAft>
        <a:defRPr sz="4400">
          <a:solidFill>
            <a:schemeClr val="tx1"/>
          </a:solidFill>
          <a:latin typeface="Calibri Light" charset="0"/>
        </a:defRPr>
      </a:lvl3pPr>
      <a:lvl4pPr algn="l" rtl="0" eaLnBrk="0" fontAlgn="base" hangingPunct="0">
        <a:lnSpc>
          <a:spcPct val="90000"/>
        </a:lnSpc>
        <a:spcBef>
          <a:spcPct val="0"/>
        </a:spcBef>
        <a:spcAft>
          <a:spcPct val="0"/>
        </a:spcAft>
        <a:defRPr sz="4400">
          <a:solidFill>
            <a:schemeClr val="tx1"/>
          </a:solidFill>
          <a:latin typeface="Calibri Light" charset="0"/>
        </a:defRPr>
      </a:lvl4pPr>
      <a:lvl5pPr algn="l" rtl="0" eaLnBrk="0" fontAlgn="base" hangingPunct="0">
        <a:lnSpc>
          <a:spcPct val="90000"/>
        </a:lnSpc>
        <a:spcBef>
          <a:spcPct val="0"/>
        </a:spcBef>
        <a:spcAft>
          <a:spcPct val="0"/>
        </a:spcAft>
        <a:defRPr sz="4400">
          <a:solidFill>
            <a:schemeClr val="tx1"/>
          </a:solidFill>
          <a:latin typeface="Calibri Light" charset="0"/>
        </a:defRPr>
      </a:lvl5pPr>
      <a:lvl6pPr marL="457200" algn="l" rtl="0" fontAlgn="base">
        <a:lnSpc>
          <a:spcPct val="90000"/>
        </a:lnSpc>
        <a:spcBef>
          <a:spcPct val="0"/>
        </a:spcBef>
        <a:spcAft>
          <a:spcPct val="0"/>
        </a:spcAft>
        <a:defRPr sz="4400">
          <a:solidFill>
            <a:schemeClr val="tx1"/>
          </a:solidFill>
          <a:latin typeface="Calibri Light" charset="0"/>
        </a:defRPr>
      </a:lvl6pPr>
      <a:lvl7pPr marL="914400" algn="l" rtl="0" fontAlgn="base">
        <a:lnSpc>
          <a:spcPct val="90000"/>
        </a:lnSpc>
        <a:spcBef>
          <a:spcPct val="0"/>
        </a:spcBef>
        <a:spcAft>
          <a:spcPct val="0"/>
        </a:spcAft>
        <a:defRPr sz="4400">
          <a:solidFill>
            <a:schemeClr val="tx1"/>
          </a:solidFill>
          <a:latin typeface="Calibri Light" charset="0"/>
        </a:defRPr>
      </a:lvl7pPr>
      <a:lvl8pPr marL="1371600" algn="l" rtl="0" fontAlgn="base">
        <a:lnSpc>
          <a:spcPct val="90000"/>
        </a:lnSpc>
        <a:spcBef>
          <a:spcPct val="0"/>
        </a:spcBef>
        <a:spcAft>
          <a:spcPct val="0"/>
        </a:spcAft>
        <a:defRPr sz="4400">
          <a:solidFill>
            <a:schemeClr val="tx1"/>
          </a:solidFill>
          <a:latin typeface="Calibri Light" charset="0"/>
        </a:defRPr>
      </a:lvl8pPr>
      <a:lvl9pPr marL="1828800" algn="l" rtl="0" fontAlgn="base">
        <a:lnSpc>
          <a:spcPct val="90000"/>
        </a:lnSpc>
        <a:spcBef>
          <a:spcPct val="0"/>
        </a:spcBef>
        <a:spcAft>
          <a:spcPct val="0"/>
        </a:spcAft>
        <a:defRPr sz="4400">
          <a:solidFill>
            <a:schemeClr val="tx1"/>
          </a:solidFill>
          <a:latin typeface="Calibri Light" charset="0"/>
        </a:defRPr>
      </a:lvl9pPr>
    </p:titleStyle>
    <p:bodyStyle>
      <a:lvl1pPr marL="228600" indent="-228600" algn="l" rtl="0" eaLnBrk="0" fontAlgn="base" hangingPunct="0">
        <a:lnSpc>
          <a:spcPct val="90000"/>
        </a:lnSpc>
        <a:spcBef>
          <a:spcPts val="1000"/>
        </a:spcBef>
        <a:spcAft>
          <a:spcPct val="0"/>
        </a:spcAft>
        <a:buFont typeface="Arial"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solidFill>
          <a:srgbClr val="D6000D"/>
        </a:solidFill>
        <a:effectLst/>
      </p:bgPr>
    </p:bg>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2840736" y="2717127"/>
            <a:ext cx="6510528" cy="1423746"/>
          </a:xfrm>
          <a:prstGeom prst="rect">
            <a:avLst/>
          </a:prstGeom>
        </p:spPr>
      </p:pic>
    </p:spTree>
    <p:extLst>
      <p:ext uri="{BB962C8B-B14F-4D97-AF65-F5344CB8AC3E}">
        <p14:creationId xmlns:p14="http://schemas.microsoft.com/office/powerpoint/2010/main" val="441340202"/>
      </p:ext>
    </p:extLst>
  </p:cSld>
  <p:clrMap bg1="lt1" tx1="dk1" bg2="lt2" tx2="dk2" accent1="accent1" accent2="accent2" accent3="accent3" accent4="accent4" accent5="accent5" accent6="accent6" hlink="hlink" folHlink="folHlink"/>
  <p:sldLayoutIdLst>
    <p:sldLayoutId id="2147483682" r:id="rId1"/>
  </p:sldLayoutIdLst>
  <p:transition spd="slow"/>
  <p:txStyles>
    <p:titleStyle>
      <a:lvl1pPr algn="l" rtl="0" eaLnBrk="0" fontAlgn="base" hangingPunct="0">
        <a:lnSpc>
          <a:spcPct val="90000"/>
        </a:lnSpc>
        <a:spcBef>
          <a:spcPct val="0"/>
        </a:spcBef>
        <a:spcAft>
          <a:spcPct val="0"/>
        </a:spcAft>
        <a:defRPr sz="44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Calibri Light" charset="0"/>
        </a:defRPr>
      </a:lvl2pPr>
      <a:lvl3pPr algn="l" rtl="0" eaLnBrk="0" fontAlgn="base" hangingPunct="0">
        <a:lnSpc>
          <a:spcPct val="90000"/>
        </a:lnSpc>
        <a:spcBef>
          <a:spcPct val="0"/>
        </a:spcBef>
        <a:spcAft>
          <a:spcPct val="0"/>
        </a:spcAft>
        <a:defRPr sz="4400">
          <a:solidFill>
            <a:schemeClr val="tx1"/>
          </a:solidFill>
          <a:latin typeface="Calibri Light" charset="0"/>
        </a:defRPr>
      </a:lvl3pPr>
      <a:lvl4pPr algn="l" rtl="0" eaLnBrk="0" fontAlgn="base" hangingPunct="0">
        <a:lnSpc>
          <a:spcPct val="90000"/>
        </a:lnSpc>
        <a:spcBef>
          <a:spcPct val="0"/>
        </a:spcBef>
        <a:spcAft>
          <a:spcPct val="0"/>
        </a:spcAft>
        <a:defRPr sz="4400">
          <a:solidFill>
            <a:schemeClr val="tx1"/>
          </a:solidFill>
          <a:latin typeface="Calibri Light" charset="0"/>
        </a:defRPr>
      </a:lvl4pPr>
      <a:lvl5pPr algn="l" rtl="0" eaLnBrk="0" fontAlgn="base" hangingPunct="0">
        <a:lnSpc>
          <a:spcPct val="90000"/>
        </a:lnSpc>
        <a:spcBef>
          <a:spcPct val="0"/>
        </a:spcBef>
        <a:spcAft>
          <a:spcPct val="0"/>
        </a:spcAft>
        <a:defRPr sz="4400">
          <a:solidFill>
            <a:schemeClr val="tx1"/>
          </a:solidFill>
          <a:latin typeface="Calibri Light" charset="0"/>
        </a:defRPr>
      </a:lvl5pPr>
      <a:lvl6pPr marL="457200" algn="l" rtl="0" fontAlgn="base">
        <a:lnSpc>
          <a:spcPct val="90000"/>
        </a:lnSpc>
        <a:spcBef>
          <a:spcPct val="0"/>
        </a:spcBef>
        <a:spcAft>
          <a:spcPct val="0"/>
        </a:spcAft>
        <a:defRPr sz="4400">
          <a:solidFill>
            <a:schemeClr val="tx1"/>
          </a:solidFill>
          <a:latin typeface="Calibri Light" charset="0"/>
        </a:defRPr>
      </a:lvl6pPr>
      <a:lvl7pPr marL="914400" algn="l" rtl="0" fontAlgn="base">
        <a:lnSpc>
          <a:spcPct val="90000"/>
        </a:lnSpc>
        <a:spcBef>
          <a:spcPct val="0"/>
        </a:spcBef>
        <a:spcAft>
          <a:spcPct val="0"/>
        </a:spcAft>
        <a:defRPr sz="4400">
          <a:solidFill>
            <a:schemeClr val="tx1"/>
          </a:solidFill>
          <a:latin typeface="Calibri Light" charset="0"/>
        </a:defRPr>
      </a:lvl7pPr>
      <a:lvl8pPr marL="1371600" algn="l" rtl="0" fontAlgn="base">
        <a:lnSpc>
          <a:spcPct val="90000"/>
        </a:lnSpc>
        <a:spcBef>
          <a:spcPct val="0"/>
        </a:spcBef>
        <a:spcAft>
          <a:spcPct val="0"/>
        </a:spcAft>
        <a:defRPr sz="4400">
          <a:solidFill>
            <a:schemeClr val="tx1"/>
          </a:solidFill>
          <a:latin typeface="Calibri Light" charset="0"/>
        </a:defRPr>
      </a:lvl8pPr>
      <a:lvl9pPr marL="1828800" algn="l" rtl="0" fontAlgn="base">
        <a:lnSpc>
          <a:spcPct val="90000"/>
        </a:lnSpc>
        <a:spcBef>
          <a:spcPct val="0"/>
        </a:spcBef>
        <a:spcAft>
          <a:spcPct val="0"/>
        </a:spcAft>
        <a:defRPr sz="4400">
          <a:solidFill>
            <a:schemeClr val="tx1"/>
          </a:solidFill>
          <a:latin typeface="Calibri Light" charset="0"/>
        </a:defRPr>
      </a:lvl9pPr>
    </p:titleStyle>
    <p:bodyStyle>
      <a:lvl1pPr marL="228600" indent="-228600" algn="l" rtl="0" eaLnBrk="0" fontAlgn="base" hangingPunct="0">
        <a:lnSpc>
          <a:spcPct val="90000"/>
        </a:lnSpc>
        <a:spcBef>
          <a:spcPts val="1000"/>
        </a:spcBef>
        <a:spcAft>
          <a:spcPct val="0"/>
        </a:spcAft>
        <a:buFont typeface="Arial"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Pr>
        <a:solidFill>
          <a:srgbClr val="D6000D"/>
        </a:solidFill>
        <a:effectLst/>
      </p:bgPr>
    </p:bg>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914144" y="2719686"/>
            <a:ext cx="8363712" cy="1395528"/>
          </a:xfrm>
          <a:prstGeom prst="rect">
            <a:avLst/>
          </a:prstGeom>
        </p:spPr>
      </p:pic>
    </p:spTree>
    <p:extLst>
      <p:ext uri="{BB962C8B-B14F-4D97-AF65-F5344CB8AC3E}">
        <p14:creationId xmlns:p14="http://schemas.microsoft.com/office/powerpoint/2010/main" val="1137803511"/>
      </p:ext>
    </p:extLst>
  </p:cSld>
  <p:clrMap bg1="lt1" tx1="dk1" bg2="lt2" tx2="dk2" accent1="accent1" accent2="accent2" accent3="accent3" accent4="accent4" accent5="accent5" accent6="accent6" hlink="hlink" folHlink="folHlink"/>
  <p:sldLayoutIdLst>
    <p:sldLayoutId id="2147483684" r:id="rId1"/>
  </p:sldLayoutIdLst>
  <p:transition spd="slow"/>
  <p:txStyles>
    <p:titleStyle>
      <a:lvl1pPr algn="l" rtl="0" eaLnBrk="0" fontAlgn="base" hangingPunct="0">
        <a:lnSpc>
          <a:spcPct val="90000"/>
        </a:lnSpc>
        <a:spcBef>
          <a:spcPct val="0"/>
        </a:spcBef>
        <a:spcAft>
          <a:spcPct val="0"/>
        </a:spcAft>
        <a:defRPr sz="44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Calibri Light" charset="0"/>
        </a:defRPr>
      </a:lvl2pPr>
      <a:lvl3pPr algn="l" rtl="0" eaLnBrk="0" fontAlgn="base" hangingPunct="0">
        <a:lnSpc>
          <a:spcPct val="90000"/>
        </a:lnSpc>
        <a:spcBef>
          <a:spcPct val="0"/>
        </a:spcBef>
        <a:spcAft>
          <a:spcPct val="0"/>
        </a:spcAft>
        <a:defRPr sz="4400">
          <a:solidFill>
            <a:schemeClr val="tx1"/>
          </a:solidFill>
          <a:latin typeface="Calibri Light" charset="0"/>
        </a:defRPr>
      </a:lvl3pPr>
      <a:lvl4pPr algn="l" rtl="0" eaLnBrk="0" fontAlgn="base" hangingPunct="0">
        <a:lnSpc>
          <a:spcPct val="90000"/>
        </a:lnSpc>
        <a:spcBef>
          <a:spcPct val="0"/>
        </a:spcBef>
        <a:spcAft>
          <a:spcPct val="0"/>
        </a:spcAft>
        <a:defRPr sz="4400">
          <a:solidFill>
            <a:schemeClr val="tx1"/>
          </a:solidFill>
          <a:latin typeface="Calibri Light" charset="0"/>
        </a:defRPr>
      </a:lvl4pPr>
      <a:lvl5pPr algn="l" rtl="0" eaLnBrk="0" fontAlgn="base" hangingPunct="0">
        <a:lnSpc>
          <a:spcPct val="90000"/>
        </a:lnSpc>
        <a:spcBef>
          <a:spcPct val="0"/>
        </a:spcBef>
        <a:spcAft>
          <a:spcPct val="0"/>
        </a:spcAft>
        <a:defRPr sz="4400">
          <a:solidFill>
            <a:schemeClr val="tx1"/>
          </a:solidFill>
          <a:latin typeface="Calibri Light" charset="0"/>
        </a:defRPr>
      </a:lvl5pPr>
      <a:lvl6pPr marL="457200" algn="l" rtl="0" fontAlgn="base">
        <a:lnSpc>
          <a:spcPct val="90000"/>
        </a:lnSpc>
        <a:spcBef>
          <a:spcPct val="0"/>
        </a:spcBef>
        <a:spcAft>
          <a:spcPct val="0"/>
        </a:spcAft>
        <a:defRPr sz="4400">
          <a:solidFill>
            <a:schemeClr val="tx1"/>
          </a:solidFill>
          <a:latin typeface="Calibri Light" charset="0"/>
        </a:defRPr>
      </a:lvl6pPr>
      <a:lvl7pPr marL="914400" algn="l" rtl="0" fontAlgn="base">
        <a:lnSpc>
          <a:spcPct val="90000"/>
        </a:lnSpc>
        <a:spcBef>
          <a:spcPct val="0"/>
        </a:spcBef>
        <a:spcAft>
          <a:spcPct val="0"/>
        </a:spcAft>
        <a:defRPr sz="4400">
          <a:solidFill>
            <a:schemeClr val="tx1"/>
          </a:solidFill>
          <a:latin typeface="Calibri Light" charset="0"/>
        </a:defRPr>
      </a:lvl7pPr>
      <a:lvl8pPr marL="1371600" algn="l" rtl="0" fontAlgn="base">
        <a:lnSpc>
          <a:spcPct val="90000"/>
        </a:lnSpc>
        <a:spcBef>
          <a:spcPct val="0"/>
        </a:spcBef>
        <a:spcAft>
          <a:spcPct val="0"/>
        </a:spcAft>
        <a:defRPr sz="4400">
          <a:solidFill>
            <a:schemeClr val="tx1"/>
          </a:solidFill>
          <a:latin typeface="Calibri Light" charset="0"/>
        </a:defRPr>
      </a:lvl8pPr>
      <a:lvl9pPr marL="1828800" algn="l" rtl="0" fontAlgn="base">
        <a:lnSpc>
          <a:spcPct val="90000"/>
        </a:lnSpc>
        <a:spcBef>
          <a:spcPct val="0"/>
        </a:spcBef>
        <a:spcAft>
          <a:spcPct val="0"/>
        </a:spcAft>
        <a:defRPr sz="4400">
          <a:solidFill>
            <a:schemeClr val="tx1"/>
          </a:solidFill>
          <a:latin typeface="Calibri Light" charset="0"/>
        </a:defRPr>
      </a:lvl9pPr>
    </p:titleStyle>
    <p:bodyStyle>
      <a:lvl1pPr marL="228600" indent="-228600" algn="l" rtl="0" eaLnBrk="0" fontAlgn="base" hangingPunct="0">
        <a:lnSpc>
          <a:spcPct val="90000"/>
        </a:lnSpc>
        <a:spcBef>
          <a:spcPts val="1000"/>
        </a:spcBef>
        <a:spcAft>
          <a:spcPct val="0"/>
        </a:spcAft>
        <a:buFont typeface="Arial"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Pr>
        <a:solidFill>
          <a:srgbClr val="D6000D"/>
        </a:solidFill>
        <a:effectLst/>
      </p:bgPr>
    </p:bg>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2365248" y="2517509"/>
            <a:ext cx="7461504" cy="1822982"/>
          </a:xfrm>
          <a:prstGeom prst="rect">
            <a:avLst/>
          </a:prstGeom>
        </p:spPr>
      </p:pic>
    </p:spTree>
    <p:extLst>
      <p:ext uri="{BB962C8B-B14F-4D97-AF65-F5344CB8AC3E}">
        <p14:creationId xmlns:p14="http://schemas.microsoft.com/office/powerpoint/2010/main" val="742969304"/>
      </p:ext>
    </p:extLst>
  </p:cSld>
  <p:clrMap bg1="lt1" tx1="dk1" bg2="lt2" tx2="dk2" accent1="accent1" accent2="accent2" accent3="accent3" accent4="accent4" accent5="accent5" accent6="accent6" hlink="hlink" folHlink="folHlink"/>
  <p:sldLayoutIdLst>
    <p:sldLayoutId id="2147483711" r:id="rId1"/>
  </p:sldLayoutIdLst>
  <p:transition spd="slow"/>
  <p:txStyles>
    <p:titleStyle>
      <a:lvl1pPr algn="l" rtl="0" eaLnBrk="0" fontAlgn="base" hangingPunct="0">
        <a:lnSpc>
          <a:spcPct val="90000"/>
        </a:lnSpc>
        <a:spcBef>
          <a:spcPct val="0"/>
        </a:spcBef>
        <a:spcAft>
          <a:spcPct val="0"/>
        </a:spcAft>
        <a:defRPr sz="44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Calibri Light" charset="0"/>
        </a:defRPr>
      </a:lvl2pPr>
      <a:lvl3pPr algn="l" rtl="0" eaLnBrk="0" fontAlgn="base" hangingPunct="0">
        <a:lnSpc>
          <a:spcPct val="90000"/>
        </a:lnSpc>
        <a:spcBef>
          <a:spcPct val="0"/>
        </a:spcBef>
        <a:spcAft>
          <a:spcPct val="0"/>
        </a:spcAft>
        <a:defRPr sz="4400">
          <a:solidFill>
            <a:schemeClr val="tx1"/>
          </a:solidFill>
          <a:latin typeface="Calibri Light" charset="0"/>
        </a:defRPr>
      </a:lvl3pPr>
      <a:lvl4pPr algn="l" rtl="0" eaLnBrk="0" fontAlgn="base" hangingPunct="0">
        <a:lnSpc>
          <a:spcPct val="90000"/>
        </a:lnSpc>
        <a:spcBef>
          <a:spcPct val="0"/>
        </a:spcBef>
        <a:spcAft>
          <a:spcPct val="0"/>
        </a:spcAft>
        <a:defRPr sz="4400">
          <a:solidFill>
            <a:schemeClr val="tx1"/>
          </a:solidFill>
          <a:latin typeface="Calibri Light" charset="0"/>
        </a:defRPr>
      </a:lvl4pPr>
      <a:lvl5pPr algn="l" rtl="0" eaLnBrk="0" fontAlgn="base" hangingPunct="0">
        <a:lnSpc>
          <a:spcPct val="90000"/>
        </a:lnSpc>
        <a:spcBef>
          <a:spcPct val="0"/>
        </a:spcBef>
        <a:spcAft>
          <a:spcPct val="0"/>
        </a:spcAft>
        <a:defRPr sz="4400">
          <a:solidFill>
            <a:schemeClr val="tx1"/>
          </a:solidFill>
          <a:latin typeface="Calibri Light" charset="0"/>
        </a:defRPr>
      </a:lvl5pPr>
      <a:lvl6pPr marL="457200" algn="l" rtl="0" fontAlgn="base">
        <a:lnSpc>
          <a:spcPct val="90000"/>
        </a:lnSpc>
        <a:spcBef>
          <a:spcPct val="0"/>
        </a:spcBef>
        <a:spcAft>
          <a:spcPct val="0"/>
        </a:spcAft>
        <a:defRPr sz="4400">
          <a:solidFill>
            <a:schemeClr val="tx1"/>
          </a:solidFill>
          <a:latin typeface="Calibri Light" charset="0"/>
        </a:defRPr>
      </a:lvl6pPr>
      <a:lvl7pPr marL="914400" algn="l" rtl="0" fontAlgn="base">
        <a:lnSpc>
          <a:spcPct val="90000"/>
        </a:lnSpc>
        <a:spcBef>
          <a:spcPct val="0"/>
        </a:spcBef>
        <a:spcAft>
          <a:spcPct val="0"/>
        </a:spcAft>
        <a:defRPr sz="4400">
          <a:solidFill>
            <a:schemeClr val="tx1"/>
          </a:solidFill>
          <a:latin typeface="Calibri Light" charset="0"/>
        </a:defRPr>
      </a:lvl7pPr>
      <a:lvl8pPr marL="1371600" algn="l" rtl="0" fontAlgn="base">
        <a:lnSpc>
          <a:spcPct val="90000"/>
        </a:lnSpc>
        <a:spcBef>
          <a:spcPct val="0"/>
        </a:spcBef>
        <a:spcAft>
          <a:spcPct val="0"/>
        </a:spcAft>
        <a:defRPr sz="4400">
          <a:solidFill>
            <a:schemeClr val="tx1"/>
          </a:solidFill>
          <a:latin typeface="Calibri Light" charset="0"/>
        </a:defRPr>
      </a:lvl8pPr>
      <a:lvl9pPr marL="1828800" algn="l" rtl="0" fontAlgn="base">
        <a:lnSpc>
          <a:spcPct val="90000"/>
        </a:lnSpc>
        <a:spcBef>
          <a:spcPct val="0"/>
        </a:spcBef>
        <a:spcAft>
          <a:spcPct val="0"/>
        </a:spcAft>
        <a:defRPr sz="4400">
          <a:solidFill>
            <a:schemeClr val="tx1"/>
          </a:solidFill>
          <a:latin typeface="Calibri Light" charset="0"/>
        </a:defRPr>
      </a:lvl9pPr>
    </p:titleStyle>
    <p:bodyStyle>
      <a:lvl1pPr marL="228600" indent="-228600" algn="l" rtl="0" eaLnBrk="0" fontAlgn="base" hangingPunct="0">
        <a:lnSpc>
          <a:spcPct val="90000"/>
        </a:lnSpc>
        <a:spcBef>
          <a:spcPts val="1000"/>
        </a:spcBef>
        <a:spcAft>
          <a:spcPct val="0"/>
        </a:spcAft>
        <a:buFont typeface="Arial"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reserve="1">
  <p:cSld>
    <p:bg>
      <p:bgPr>
        <a:solidFill>
          <a:srgbClr val="D6000D"/>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2632964" y="2544855"/>
            <a:ext cx="6913372" cy="1768290"/>
          </a:xfrm>
          <a:prstGeom prst="rect">
            <a:avLst/>
          </a:prstGeom>
        </p:spPr>
      </p:pic>
    </p:spTree>
    <p:extLst>
      <p:ext uri="{BB962C8B-B14F-4D97-AF65-F5344CB8AC3E}">
        <p14:creationId xmlns:p14="http://schemas.microsoft.com/office/powerpoint/2010/main" val="708539872"/>
      </p:ext>
    </p:extLst>
  </p:cSld>
  <p:clrMap bg1="lt1" tx1="dk1" bg2="lt2" tx2="dk2" accent1="accent1" accent2="accent2" accent3="accent3" accent4="accent4" accent5="accent5" accent6="accent6" hlink="hlink" folHlink="folHlink"/>
  <p:sldLayoutIdLst>
    <p:sldLayoutId id="2147483713" r:id="rId1"/>
  </p:sldLayoutIdLst>
  <p:transition spd="slow"/>
  <p:txStyles>
    <p:titleStyle>
      <a:lvl1pPr algn="l" rtl="0" eaLnBrk="0" fontAlgn="base" hangingPunct="0">
        <a:lnSpc>
          <a:spcPct val="90000"/>
        </a:lnSpc>
        <a:spcBef>
          <a:spcPct val="0"/>
        </a:spcBef>
        <a:spcAft>
          <a:spcPct val="0"/>
        </a:spcAft>
        <a:defRPr sz="44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Calibri Light" charset="0"/>
        </a:defRPr>
      </a:lvl2pPr>
      <a:lvl3pPr algn="l" rtl="0" eaLnBrk="0" fontAlgn="base" hangingPunct="0">
        <a:lnSpc>
          <a:spcPct val="90000"/>
        </a:lnSpc>
        <a:spcBef>
          <a:spcPct val="0"/>
        </a:spcBef>
        <a:spcAft>
          <a:spcPct val="0"/>
        </a:spcAft>
        <a:defRPr sz="4400">
          <a:solidFill>
            <a:schemeClr val="tx1"/>
          </a:solidFill>
          <a:latin typeface="Calibri Light" charset="0"/>
        </a:defRPr>
      </a:lvl3pPr>
      <a:lvl4pPr algn="l" rtl="0" eaLnBrk="0" fontAlgn="base" hangingPunct="0">
        <a:lnSpc>
          <a:spcPct val="90000"/>
        </a:lnSpc>
        <a:spcBef>
          <a:spcPct val="0"/>
        </a:spcBef>
        <a:spcAft>
          <a:spcPct val="0"/>
        </a:spcAft>
        <a:defRPr sz="4400">
          <a:solidFill>
            <a:schemeClr val="tx1"/>
          </a:solidFill>
          <a:latin typeface="Calibri Light" charset="0"/>
        </a:defRPr>
      </a:lvl4pPr>
      <a:lvl5pPr algn="l" rtl="0" eaLnBrk="0" fontAlgn="base" hangingPunct="0">
        <a:lnSpc>
          <a:spcPct val="90000"/>
        </a:lnSpc>
        <a:spcBef>
          <a:spcPct val="0"/>
        </a:spcBef>
        <a:spcAft>
          <a:spcPct val="0"/>
        </a:spcAft>
        <a:defRPr sz="4400">
          <a:solidFill>
            <a:schemeClr val="tx1"/>
          </a:solidFill>
          <a:latin typeface="Calibri Light" charset="0"/>
        </a:defRPr>
      </a:lvl5pPr>
      <a:lvl6pPr marL="457200" algn="l" rtl="0" fontAlgn="base">
        <a:lnSpc>
          <a:spcPct val="90000"/>
        </a:lnSpc>
        <a:spcBef>
          <a:spcPct val="0"/>
        </a:spcBef>
        <a:spcAft>
          <a:spcPct val="0"/>
        </a:spcAft>
        <a:defRPr sz="4400">
          <a:solidFill>
            <a:schemeClr val="tx1"/>
          </a:solidFill>
          <a:latin typeface="Calibri Light" charset="0"/>
        </a:defRPr>
      </a:lvl6pPr>
      <a:lvl7pPr marL="914400" algn="l" rtl="0" fontAlgn="base">
        <a:lnSpc>
          <a:spcPct val="90000"/>
        </a:lnSpc>
        <a:spcBef>
          <a:spcPct val="0"/>
        </a:spcBef>
        <a:spcAft>
          <a:spcPct val="0"/>
        </a:spcAft>
        <a:defRPr sz="4400">
          <a:solidFill>
            <a:schemeClr val="tx1"/>
          </a:solidFill>
          <a:latin typeface="Calibri Light" charset="0"/>
        </a:defRPr>
      </a:lvl7pPr>
      <a:lvl8pPr marL="1371600" algn="l" rtl="0" fontAlgn="base">
        <a:lnSpc>
          <a:spcPct val="90000"/>
        </a:lnSpc>
        <a:spcBef>
          <a:spcPct val="0"/>
        </a:spcBef>
        <a:spcAft>
          <a:spcPct val="0"/>
        </a:spcAft>
        <a:defRPr sz="4400">
          <a:solidFill>
            <a:schemeClr val="tx1"/>
          </a:solidFill>
          <a:latin typeface="Calibri Light" charset="0"/>
        </a:defRPr>
      </a:lvl8pPr>
      <a:lvl9pPr marL="1828800" algn="l" rtl="0" fontAlgn="base">
        <a:lnSpc>
          <a:spcPct val="90000"/>
        </a:lnSpc>
        <a:spcBef>
          <a:spcPct val="0"/>
        </a:spcBef>
        <a:spcAft>
          <a:spcPct val="0"/>
        </a:spcAft>
        <a:defRPr sz="4400">
          <a:solidFill>
            <a:schemeClr val="tx1"/>
          </a:solidFill>
          <a:latin typeface="Calibri Light" charset="0"/>
        </a:defRPr>
      </a:lvl9pPr>
    </p:titleStyle>
    <p:bodyStyle>
      <a:lvl1pPr marL="228600" indent="-228600" algn="l" rtl="0" eaLnBrk="0" fontAlgn="base" hangingPunct="0">
        <a:lnSpc>
          <a:spcPct val="90000"/>
        </a:lnSpc>
        <a:spcBef>
          <a:spcPts val="1000"/>
        </a:spcBef>
        <a:spcAft>
          <a:spcPct val="0"/>
        </a:spcAft>
        <a:buFont typeface="Arial"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reserve="1">
  <p:cSld>
    <p:bg>
      <p:bgPr>
        <a:solidFill>
          <a:srgbClr val="D6000D"/>
        </a:solidFill>
        <a:effectLst/>
      </p:bgPr>
    </p:bg>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2486660" y="2508643"/>
            <a:ext cx="7205980" cy="1840714"/>
          </a:xfrm>
          <a:prstGeom prst="rect">
            <a:avLst/>
          </a:prstGeom>
        </p:spPr>
      </p:pic>
    </p:spTree>
    <p:extLst>
      <p:ext uri="{BB962C8B-B14F-4D97-AF65-F5344CB8AC3E}">
        <p14:creationId xmlns:p14="http://schemas.microsoft.com/office/powerpoint/2010/main" val="581082450"/>
      </p:ext>
    </p:extLst>
  </p:cSld>
  <p:clrMap bg1="lt1" tx1="dk1" bg2="lt2" tx2="dk2" accent1="accent1" accent2="accent2" accent3="accent3" accent4="accent4" accent5="accent5" accent6="accent6" hlink="hlink" folHlink="folHlink"/>
  <p:sldLayoutIdLst>
    <p:sldLayoutId id="2147483715" r:id="rId1"/>
  </p:sldLayoutIdLst>
  <p:transition spd="slow"/>
  <p:txStyles>
    <p:titleStyle>
      <a:lvl1pPr algn="l" rtl="0" eaLnBrk="0" fontAlgn="base" hangingPunct="0">
        <a:lnSpc>
          <a:spcPct val="90000"/>
        </a:lnSpc>
        <a:spcBef>
          <a:spcPct val="0"/>
        </a:spcBef>
        <a:spcAft>
          <a:spcPct val="0"/>
        </a:spcAft>
        <a:defRPr sz="44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Calibri Light" charset="0"/>
        </a:defRPr>
      </a:lvl2pPr>
      <a:lvl3pPr algn="l" rtl="0" eaLnBrk="0" fontAlgn="base" hangingPunct="0">
        <a:lnSpc>
          <a:spcPct val="90000"/>
        </a:lnSpc>
        <a:spcBef>
          <a:spcPct val="0"/>
        </a:spcBef>
        <a:spcAft>
          <a:spcPct val="0"/>
        </a:spcAft>
        <a:defRPr sz="4400">
          <a:solidFill>
            <a:schemeClr val="tx1"/>
          </a:solidFill>
          <a:latin typeface="Calibri Light" charset="0"/>
        </a:defRPr>
      </a:lvl3pPr>
      <a:lvl4pPr algn="l" rtl="0" eaLnBrk="0" fontAlgn="base" hangingPunct="0">
        <a:lnSpc>
          <a:spcPct val="90000"/>
        </a:lnSpc>
        <a:spcBef>
          <a:spcPct val="0"/>
        </a:spcBef>
        <a:spcAft>
          <a:spcPct val="0"/>
        </a:spcAft>
        <a:defRPr sz="4400">
          <a:solidFill>
            <a:schemeClr val="tx1"/>
          </a:solidFill>
          <a:latin typeface="Calibri Light" charset="0"/>
        </a:defRPr>
      </a:lvl4pPr>
      <a:lvl5pPr algn="l" rtl="0" eaLnBrk="0" fontAlgn="base" hangingPunct="0">
        <a:lnSpc>
          <a:spcPct val="90000"/>
        </a:lnSpc>
        <a:spcBef>
          <a:spcPct val="0"/>
        </a:spcBef>
        <a:spcAft>
          <a:spcPct val="0"/>
        </a:spcAft>
        <a:defRPr sz="4400">
          <a:solidFill>
            <a:schemeClr val="tx1"/>
          </a:solidFill>
          <a:latin typeface="Calibri Light" charset="0"/>
        </a:defRPr>
      </a:lvl5pPr>
      <a:lvl6pPr marL="457200" algn="l" rtl="0" fontAlgn="base">
        <a:lnSpc>
          <a:spcPct val="90000"/>
        </a:lnSpc>
        <a:spcBef>
          <a:spcPct val="0"/>
        </a:spcBef>
        <a:spcAft>
          <a:spcPct val="0"/>
        </a:spcAft>
        <a:defRPr sz="4400">
          <a:solidFill>
            <a:schemeClr val="tx1"/>
          </a:solidFill>
          <a:latin typeface="Calibri Light" charset="0"/>
        </a:defRPr>
      </a:lvl6pPr>
      <a:lvl7pPr marL="914400" algn="l" rtl="0" fontAlgn="base">
        <a:lnSpc>
          <a:spcPct val="90000"/>
        </a:lnSpc>
        <a:spcBef>
          <a:spcPct val="0"/>
        </a:spcBef>
        <a:spcAft>
          <a:spcPct val="0"/>
        </a:spcAft>
        <a:defRPr sz="4400">
          <a:solidFill>
            <a:schemeClr val="tx1"/>
          </a:solidFill>
          <a:latin typeface="Calibri Light" charset="0"/>
        </a:defRPr>
      </a:lvl7pPr>
      <a:lvl8pPr marL="1371600" algn="l" rtl="0" fontAlgn="base">
        <a:lnSpc>
          <a:spcPct val="90000"/>
        </a:lnSpc>
        <a:spcBef>
          <a:spcPct val="0"/>
        </a:spcBef>
        <a:spcAft>
          <a:spcPct val="0"/>
        </a:spcAft>
        <a:defRPr sz="4400">
          <a:solidFill>
            <a:schemeClr val="tx1"/>
          </a:solidFill>
          <a:latin typeface="Calibri Light" charset="0"/>
        </a:defRPr>
      </a:lvl8pPr>
      <a:lvl9pPr marL="1828800" algn="l" rtl="0" fontAlgn="base">
        <a:lnSpc>
          <a:spcPct val="90000"/>
        </a:lnSpc>
        <a:spcBef>
          <a:spcPct val="0"/>
        </a:spcBef>
        <a:spcAft>
          <a:spcPct val="0"/>
        </a:spcAft>
        <a:defRPr sz="4400">
          <a:solidFill>
            <a:schemeClr val="tx1"/>
          </a:solidFill>
          <a:latin typeface="Calibri Light" charset="0"/>
        </a:defRPr>
      </a:lvl9pPr>
    </p:titleStyle>
    <p:bodyStyle>
      <a:lvl1pPr marL="228600" indent="-228600" algn="l" rtl="0" eaLnBrk="0" fontAlgn="base" hangingPunct="0">
        <a:lnSpc>
          <a:spcPct val="90000"/>
        </a:lnSpc>
        <a:spcBef>
          <a:spcPts val="1000"/>
        </a:spcBef>
        <a:spcAft>
          <a:spcPct val="0"/>
        </a:spcAft>
        <a:buFont typeface="Arial"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2.xml><?xml version="1.0" encoding="utf-8"?>
<p:sldMaster xmlns:a="http://schemas.openxmlformats.org/drawingml/2006/main" xmlns:r="http://schemas.openxmlformats.org/officeDocument/2006/relationships" xmlns:p="http://schemas.openxmlformats.org/presentationml/2006/main" preserve="1">
  <p:cSld>
    <p:bg>
      <p:bgPr>
        <a:solidFill>
          <a:srgbClr val="D6000D"/>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2632964" y="2611243"/>
            <a:ext cx="6913372" cy="1622814"/>
          </a:xfrm>
          <a:prstGeom prst="rect">
            <a:avLst/>
          </a:prstGeom>
        </p:spPr>
      </p:pic>
    </p:spTree>
    <p:extLst>
      <p:ext uri="{BB962C8B-B14F-4D97-AF65-F5344CB8AC3E}">
        <p14:creationId xmlns:p14="http://schemas.microsoft.com/office/powerpoint/2010/main" val="1834228673"/>
      </p:ext>
    </p:extLst>
  </p:cSld>
  <p:clrMap bg1="lt1" tx1="dk1" bg2="lt2" tx2="dk2" accent1="accent1" accent2="accent2" accent3="accent3" accent4="accent4" accent5="accent5" accent6="accent6" hlink="hlink" folHlink="folHlink"/>
  <p:sldLayoutIdLst>
    <p:sldLayoutId id="2147483717" r:id="rId1"/>
  </p:sldLayoutIdLst>
  <p:transition spd="slow"/>
  <p:txStyles>
    <p:titleStyle>
      <a:lvl1pPr algn="l" rtl="0" eaLnBrk="0" fontAlgn="base" hangingPunct="0">
        <a:lnSpc>
          <a:spcPct val="90000"/>
        </a:lnSpc>
        <a:spcBef>
          <a:spcPct val="0"/>
        </a:spcBef>
        <a:spcAft>
          <a:spcPct val="0"/>
        </a:spcAft>
        <a:defRPr sz="44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Calibri Light" charset="0"/>
        </a:defRPr>
      </a:lvl2pPr>
      <a:lvl3pPr algn="l" rtl="0" eaLnBrk="0" fontAlgn="base" hangingPunct="0">
        <a:lnSpc>
          <a:spcPct val="90000"/>
        </a:lnSpc>
        <a:spcBef>
          <a:spcPct val="0"/>
        </a:spcBef>
        <a:spcAft>
          <a:spcPct val="0"/>
        </a:spcAft>
        <a:defRPr sz="4400">
          <a:solidFill>
            <a:schemeClr val="tx1"/>
          </a:solidFill>
          <a:latin typeface="Calibri Light" charset="0"/>
        </a:defRPr>
      </a:lvl3pPr>
      <a:lvl4pPr algn="l" rtl="0" eaLnBrk="0" fontAlgn="base" hangingPunct="0">
        <a:lnSpc>
          <a:spcPct val="90000"/>
        </a:lnSpc>
        <a:spcBef>
          <a:spcPct val="0"/>
        </a:spcBef>
        <a:spcAft>
          <a:spcPct val="0"/>
        </a:spcAft>
        <a:defRPr sz="4400">
          <a:solidFill>
            <a:schemeClr val="tx1"/>
          </a:solidFill>
          <a:latin typeface="Calibri Light" charset="0"/>
        </a:defRPr>
      </a:lvl4pPr>
      <a:lvl5pPr algn="l" rtl="0" eaLnBrk="0" fontAlgn="base" hangingPunct="0">
        <a:lnSpc>
          <a:spcPct val="90000"/>
        </a:lnSpc>
        <a:spcBef>
          <a:spcPct val="0"/>
        </a:spcBef>
        <a:spcAft>
          <a:spcPct val="0"/>
        </a:spcAft>
        <a:defRPr sz="4400">
          <a:solidFill>
            <a:schemeClr val="tx1"/>
          </a:solidFill>
          <a:latin typeface="Calibri Light" charset="0"/>
        </a:defRPr>
      </a:lvl5pPr>
      <a:lvl6pPr marL="457200" algn="l" rtl="0" fontAlgn="base">
        <a:lnSpc>
          <a:spcPct val="90000"/>
        </a:lnSpc>
        <a:spcBef>
          <a:spcPct val="0"/>
        </a:spcBef>
        <a:spcAft>
          <a:spcPct val="0"/>
        </a:spcAft>
        <a:defRPr sz="4400">
          <a:solidFill>
            <a:schemeClr val="tx1"/>
          </a:solidFill>
          <a:latin typeface="Calibri Light" charset="0"/>
        </a:defRPr>
      </a:lvl6pPr>
      <a:lvl7pPr marL="914400" algn="l" rtl="0" fontAlgn="base">
        <a:lnSpc>
          <a:spcPct val="90000"/>
        </a:lnSpc>
        <a:spcBef>
          <a:spcPct val="0"/>
        </a:spcBef>
        <a:spcAft>
          <a:spcPct val="0"/>
        </a:spcAft>
        <a:defRPr sz="4400">
          <a:solidFill>
            <a:schemeClr val="tx1"/>
          </a:solidFill>
          <a:latin typeface="Calibri Light" charset="0"/>
        </a:defRPr>
      </a:lvl7pPr>
      <a:lvl8pPr marL="1371600" algn="l" rtl="0" fontAlgn="base">
        <a:lnSpc>
          <a:spcPct val="90000"/>
        </a:lnSpc>
        <a:spcBef>
          <a:spcPct val="0"/>
        </a:spcBef>
        <a:spcAft>
          <a:spcPct val="0"/>
        </a:spcAft>
        <a:defRPr sz="4400">
          <a:solidFill>
            <a:schemeClr val="tx1"/>
          </a:solidFill>
          <a:latin typeface="Calibri Light" charset="0"/>
        </a:defRPr>
      </a:lvl8pPr>
      <a:lvl9pPr marL="1828800" algn="l" rtl="0" fontAlgn="base">
        <a:lnSpc>
          <a:spcPct val="90000"/>
        </a:lnSpc>
        <a:spcBef>
          <a:spcPct val="0"/>
        </a:spcBef>
        <a:spcAft>
          <a:spcPct val="0"/>
        </a:spcAft>
        <a:defRPr sz="4400">
          <a:solidFill>
            <a:schemeClr val="tx1"/>
          </a:solidFill>
          <a:latin typeface="Calibri Light" charset="0"/>
        </a:defRPr>
      </a:lvl9pPr>
    </p:titleStyle>
    <p:bodyStyle>
      <a:lvl1pPr marL="228600" indent="-228600" algn="l" rtl="0" eaLnBrk="0" fontAlgn="base" hangingPunct="0">
        <a:lnSpc>
          <a:spcPct val="90000"/>
        </a:lnSpc>
        <a:spcBef>
          <a:spcPts val="1000"/>
        </a:spcBef>
        <a:spcAft>
          <a:spcPct val="0"/>
        </a:spcAft>
        <a:buFont typeface="Arial"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3.xml><?xml version="1.0" encoding="utf-8"?>
<p:sldMaster xmlns:a="http://schemas.openxmlformats.org/drawingml/2006/main" xmlns:r="http://schemas.openxmlformats.org/officeDocument/2006/relationships" xmlns:p="http://schemas.openxmlformats.org/presentationml/2006/main" preserve="1">
  <p:cSld>
    <p:bg>
      <p:bgPr>
        <a:solidFill>
          <a:srgbClr val="D6000D"/>
        </a:solidFill>
        <a:effectLst/>
      </p:bgPr>
    </p:bg>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2584704" y="2574923"/>
            <a:ext cx="7022592" cy="1695454"/>
          </a:xfrm>
          <a:prstGeom prst="rect">
            <a:avLst/>
          </a:prstGeom>
        </p:spPr>
      </p:pic>
    </p:spTree>
    <p:extLst>
      <p:ext uri="{BB962C8B-B14F-4D97-AF65-F5344CB8AC3E}">
        <p14:creationId xmlns:p14="http://schemas.microsoft.com/office/powerpoint/2010/main" val="948185420"/>
      </p:ext>
    </p:extLst>
  </p:cSld>
  <p:clrMap bg1="lt1" tx1="dk1" bg2="lt2" tx2="dk2" accent1="accent1" accent2="accent2" accent3="accent3" accent4="accent4" accent5="accent5" accent6="accent6" hlink="hlink" folHlink="folHlink"/>
  <p:sldLayoutIdLst>
    <p:sldLayoutId id="2147483719" r:id="rId1"/>
  </p:sldLayoutIdLst>
  <p:transition spd="slow"/>
  <p:txStyles>
    <p:titleStyle>
      <a:lvl1pPr algn="l" rtl="0" eaLnBrk="0" fontAlgn="base" hangingPunct="0">
        <a:lnSpc>
          <a:spcPct val="90000"/>
        </a:lnSpc>
        <a:spcBef>
          <a:spcPct val="0"/>
        </a:spcBef>
        <a:spcAft>
          <a:spcPct val="0"/>
        </a:spcAft>
        <a:defRPr sz="44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Calibri Light" charset="0"/>
        </a:defRPr>
      </a:lvl2pPr>
      <a:lvl3pPr algn="l" rtl="0" eaLnBrk="0" fontAlgn="base" hangingPunct="0">
        <a:lnSpc>
          <a:spcPct val="90000"/>
        </a:lnSpc>
        <a:spcBef>
          <a:spcPct val="0"/>
        </a:spcBef>
        <a:spcAft>
          <a:spcPct val="0"/>
        </a:spcAft>
        <a:defRPr sz="4400">
          <a:solidFill>
            <a:schemeClr val="tx1"/>
          </a:solidFill>
          <a:latin typeface="Calibri Light" charset="0"/>
        </a:defRPr>
      </a:lvl3pPr>
      <a:lvl4pPr algn="l" rtl="0" eaLnBrk="0" fontAlgn="base" hangingPunct="0">
        <a:lnSpc>
          <a:spcPct val="90000"/>
        </a:lnSpc>
        <a:spcBef>
          <a:spcPct val="0"/>
        </a:spcBef>
        <a:spcAft>
          <a:spcPct val="0"/>
        </a:spcAft>
        <a:defRPr sz="4400">
          <a:solidFill>
            <a:schemeClr val="tx1"/>
          </a:solidFill>
          <a:latin typeface="Calibri Light" charset="0"/>
        </a:defRPr>
      </a:lvl4pPr>
      <a:lvl5pPr algn="l" rtl="0" eaLnBrk="0" fontAlgn="base" hangingPunct="0">
        <a:lnSpc>
          <a:spcPct val="90000"/>
        </a:lnSpc>
        <a:spcBef>
          <a:spcPct val="0"/>
        </a:spcBef>
        <a:spcAft>
          <a:spcPct val="0"/>
        </a:spcAft>
        <a:defRPr sz="4400">
          <a:solidFill>
            <a:schemeClr val="tx1"/>
          </a:solidFill>
          <a:latin typeface="Calibri Light" charset="0"/>
        </a:defRPr>
      </a:lvl5pPr>
      <a:lvl6pPr marL="457200" algn="l" rtl="0" fontAlgn="base">
        <a:lnSpc>
          <a:spcPct val="90000"/>
        </a:lnSpc>
        <a:spcBef>
          <a:spcPct val="0"/>
        </a:spcBef>
        <a:spcAft>
          <a:spcPct val="0"/>
        </a:spcAft>
        <a:defRPr sz="4400">
          <a:solidFill>
            <a:schemeClr val="tx1"/>
          </a:solidFill>
          <a:latin typeface="Calibri Light" charset="0"/>
        </a:defRPr>
      </a:lvl6pPr>
      <a:lvl7pPr marL="914400" algn="l" rtl="0" fontAlgn="base">
        <a:lnSpc>
          <a:spcPct val="90000"/>
        </a:lnSpc>
        <a:spcBef>
          <a:spcPct val="0"/>
        </a:spcBef>
        <a:spcAft>
          <a:spcPct val="0"/>
        </a:spcAft>
        <a:defRPr sz="4400">
          <a:solidFill>
            <a:schemeClr val="tx1"/>
          </a:solidFill>
          <a:latin typeface="Calibri Light" charset="0"/>
        </a:defRPr>
      </a:lvl7pPr>
      <a:lvl8pPr marL="1371600" algn="l" rtl="0" fontAlgn="base">
        <a:lnSpc>
          <a:spcPct val="90000"/>
        </a:lnSpc>
        <a:spcBef>
          <a:spcPct val="0"/>
        </a:spcBef>
        <a:spcAft>
          <a:spcPct val="0"/>
        </a:spcAft>
        <a:defRPr sz="4400">
          <a:solidFill>
            <a:schemeClr val="tx1"/>
          </a:solidFill>
          <a:latin typeface="Calibri Light" charset="0"/>
        </a:defRPr>
      </a:lvl8pPr>
      <a:lvl9pPr marL="1828800" algn="l" rtl="0" fontAlgn="base">
        <a:lnSpc>
          <a:spcPct val="90000"/>
        </a:lnSpc>
        <a:spcBef>
          <a:spcPct val="0"/>
        </a:spcBef>
        <a:spcAft>
          <a:spcPct val="0"/>
        </a:spcAft>
        <a:defRPr sz="4400">
          <a:solidFill>
            <a:schemeClr val="tx1"/>
          </a:solidFill>
          <a:latin typeface="Calibri Light" charset="0"/>
        </a:defRPr>
      </a:lvl9pPr>
    </p:titleStyle>
    <p:bodyStyle>
      <a:lvl1pPr marL="228600" indent="-228600" algn="l" rtl="0" eaLnBrk="0" fontAlgn="base" hangingPunct="0">
        <a:lnSpc>
          <a:spcPct val="90000"/>
        </a:lnSpc>
        <a:spcBef>
          <a:spcPts val="1000"/>
        </a:spcBef>
        <a:spcAft>
          <a:spcPct val="0"/>
        </a:spcAft>
        <a:buFont typeface="Arial"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4.xml><?xml version="1.0" encoding="utf-8"?>
<p:sldMaster xmlns:a="http://schemas.openxmlformats.org/drawingml/2006/main" xmlns:r="http://schemas.openxmlformats.org/officeDocument/2006/relationships" xmlns:p="http://schemas.openxmlformats.org/presentationml/2006/main" preserve="1">
  <p:cSld>
    <p:bg>
      <p:bgPr>
        <a:solidFill>
          <a:srgbClr val="D6000D"/>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3206496" y="2650011"/>
            <a:ext cx="5779008" cy="1557978"/>
          </a:xfrm>
          <a:prstGeom prst="rect">
            <a:avLst/>
          </a:prstGeom>
        </p:spPr>
      </p:pic>
    </p:spTree>
    <p:extLst>
      <p:ext uri="{BB962C8B-B14F-4D97-AF65-F5344CB8AC3E}">
        <p14:creationId xmlns:p14="http://schemas.microsoft.com/office/powerpoint/2010/main" val="1674463657"/>
      </p:ext>
    </p:extLst>
  </p:cSld>
  <p:clrMap bg1="lt1" tx1="dk1" bg2="lt2" tx2="dk2" accent1="accent1" accent2="accent2" accent3="accent3" accent4="accent4" accent5="accent5" accent6="accent6" hlink="hlink" folHlink="folHlink"/>
  <p:sldLayoutIdLst>
    <p:sldLayoutId id="2147483721" r:id="rId1"/>
  </p:sldLayoutIdLst>
  <p:transition spd="slow"/>
  <p:txStyles>
    <p:titleStyle>
      <a:lvl1pPr algn="l" rtl="0" eaLnBrk="0" fontAlgn="base" hangingPunct="0">
        <a:lnSpc>
          <a:spcPct val="90000"/>
        </a:lnSpc>
        <a:spcBef>
          <a:spcPct val="0"/>
        </a:spcBef>
        <a:spcAft>
          <a:spcPct val="0"/>
        </a:spcAft>
        <a:defRPr sz="44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Calibri Light" charset="0"/>
        </a:defRPr>
      </a:lvl2pPr>
      <a:lvl3pPr algn="l" rtl="0" eaLnBrk="0" fontAlgn="base" hangingPunct="0">
        <a:lnSpc>
          <a:spcPct val="90000"/>
        </a:lnSpc>
        <a:spcBef>
          <a:spcPct val="0"/>
        </a:spcBef>
        <a:spcAft>
          <a:spcPct val="0"/>
        </a:spcAft>
        <a:defRPr sz="4400">
          <a:solidFill>
            <a:schemeClr val="tx1"/>
          </a:solidFill>
          <a:latin typeface="Calibri Light" charset="0"/>
        </a:defRPr>
      </a:lvl3pPr>
      <a:lvl4pPr algn="l" rtl="0" eaLnBrk="0" fontAlgn="base" hangingPunct="0">
        <a:lnSpc>
          <a:spcPct val="90000"/>
        </a:lnSpc>
        <a:spcBef>
          <a:spcPct val="0"/>
        </a:spcBef>
        <a:spcAft>
          <a:spcPct val="0"/>
        </a:spcAft>
        <a:defRPr sz="4400">
          <a:solidFill>
            <a:schemeClr val="tx1"/>
          </a:solidFill>
          <a:latin typeface="Calibri Light" charset="0"/>
        </a:defRPr>
      </a:lvl4pPr>
      <a:lvl5pPr algn="l" rtl="0" eaLnBrk="0" fontAlgn="base" hangingPunct="0">
        <a:lnSpc>
          <a:spcPct val="90000"/>
        </a:lnSpc>
        <a:spcBef>
          <a:spcPct val="0"/>
        </a:spcBef>
        <a:spcAft>
          <a:spcPct val="0"/>
        </a:spcAft>
        <a:defRPr sz="4400">
          <a:solidFill>
            <a:schemeClr val="tx1"/>
          </a:solidFill>
          <a:latin typeface="Calibri Light" charset="0"/>
        </a:defRPr>
      </a:lvl5pPr>
      <a:lvl6pPr marL="457200" algn="l" rtl="0" fontAlgn="base">
        <a:lnSpc>
          <a:spcPct val="90000"/>
        </a:lnSpc>
        <a:spcBef>
          <a:spcPct val="0"/>
        </a:spcBef>
        <a:spcAft>
          <a:spcPct val="0"/>
        </a:spcAft>
        <a:defRPr sz="4400">
          <a:solidFill>
            <a:schemeClr val="tx1"/>
          </a:solidFill>
          <a:latin typeface="Calibri Light" charset="0"/>
        </a:defRPr>
      </a:lvl6pPr>
      <a:lvl7pPr marL="914400" algn="l" rtl="0" fontAlgn="base">
        <a:lnSpc>
          <a:spcPct val="90000"/>
        </a:lnSpc>
        <a:spcBef>
          <a:spcPct val="0"/>
        </a:spcBef>
        <a:spcAft>
          <a:spcPct val="0"/>
        </a:spcAft>
        <a:defRPr sz="4400">
          <a:solidFill>
            <a:schemeClr val="tx1"/>
          </a:solidFill>
          <a:latin typeface="Calibri Light" charset="0"/>
        </a:defRPr>
      </a:lvl7pPr>
      <a:lvl8pPr marL="1371600" algn="l" rtl="0" fontAlgn="base">
        <a:lnSpc>
          <a:spcPct val="90000"/>
        </a:lnSpc>
        <a:spcBef>
          <a:spcPct val="0"/>
        </a:spcBef>
        <a:spcAft>
          <a:spcPct val="0"/>
        </a:spcAft>
        <a:defRPr sz="4400">
          <a:solidFill>
            <a:schemeClr val="tx1"/>
          </a:solidFill>
          <a:latin typeface="Calibri Light" charset="0"/>
        </a:defRPr>
      </a:lvl8pPr>
      <a:lvl9pPr marL="1828800" algn="l" rtl="0" fontAlgn="base">
        <a:lnSpc>
          <a:spcPct val="90000"/>
        </a:lnSpc>
        <a:spcBef>
          <a:spcPct val="0"/>
        </a:spcBef>
        <a:spcAft>
          <a:spcPct val="0"/>
        </a:spcAft>
        <a:defRPr sz="4400">
          <a:solidFill>
            <a:schemeClr val="tx1"/>
          </a:solidFill>
          <a:latin typeface="Calibri Light" charset="0"/>
        </a:defRPr>
      </a:lvl9pPr>
    </p:titleStyle>
    <p:bodyStyle>
      <a:lvl1pPr marL="228600" indent="-228600" algn="l" rtl="0" eaLnBrk="0" fontAlgn="base" hangingPunct="0">
        <a:lnSpc>
          <a:spcPct val="90000"/>
        </a:lnSpc>
        <a:spcBef>
          <a:spcPts val="1000"/>
        </a:spcBef>
        <a:spcAft>
          <a:spcPct val="0"/>
        </a:spcAft>
        <a:buFont typeface="Arial"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5.xml><?xml version="1.0" encoding="utf-8"?>
<p:sldMaster xmlns:a="http://schemas.openxmlformats.org/drawingml/2006/main" xmlns:r="http://schemas.openxmlformats.org/officeDocument/2006/relationships" xmlns:p="http://schemas.openxmlformats.org/presentationml/2006/main" preserve="1">
  <p:cSld>
    <p:bg>
      <p:bgPr>
        <a:solidFill>
          <a:srgbClr val="D6000D"/>
        </a:solidFill>
        <a:effectLst/>
      </p:bgPr>
    </p:bg>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2645156" y="2572582"/>
            <a:ext cx="6888988" cy="1700136"/>
          </a:xfrm>
          <a:prstGeom prst="rect">
            <a:avLst/>
          </a:prstGeom>
        </p:spPr>
      </p:pic>
    </p:spTree>
    <p:extLst>
      <p:ext uri="{BB962C8B-B14F-4D97-AF65-F5344CB8AC3E}">
        <p14:creationId xmlns:p14="http://schemas.microsoft.com/office/powerpoint/2010/main" val="110291764"/>
      </p:ext>
    </p:extLst>
  </p:cSld>
  <p:clrMap bg1="lt1" tx1="dk1" bg2="lt2" tx2="dk2" accent1="accent1" accent2="accent2" accent3="accent3" accent4="accent4" accent5="accent5" accent6="accent6" hlink="hlink" folHlink="folHlink"/>
  <p:sldLayoutIdLst>
    <p:sldLayoutId id="2147483723" r:id="rId1"/>
  </p:sldLayoutIdLst>
  <p:transition spd="slow"/>
  <p:txStyles>
    <p:titleStyle>
      <a:lvl1pPr algn="l" rtl="0" eaLnBrk="0" fontAlgn="base" hangingPunct="0">
        <a:lnSpc>
          <a:spcPct val="90000"/>
        </a:lnSpc>
        <a:spcBef>
          <a:spcPct val="0"/>
        </a:spcBef>
        <a:spcAft>
          <a:spcPct val="0"/>
        </a:spcAft>
        <a:defRPr sz="44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Calibri Light" charset="0"/>
        </a:defRPr>
      </a:lvl2pPr>
      <a:lvl3pPr algn="l" rtl="0" eaLnBrk="0" fontAlgn="base" hangingPunct="0">
        <a:lnSpc>
          <a:spcPct val="90000"/>
        </a:lnSpc>
        <a:spcBef>
          <a:spcPct val="0"/>
        </a:spcBef>
        <a:spcAft>
          <a:spcPct val="0"/>
        </a:spcAft>
        <a:defRPr sz="4400">
          <a:solidFill>
            <a:schemeClr val="tx1"/>
          </a:solidFill>
          <a:latin typeface="Calibri Light" charset="0"/>
        </a:defRPr>
      </a:lvl3pPr>
      <a:lvl4pPr algn="l" rtl="0" eaLnBrk="0" fontAlgn="base" hangingPunct="0">
        <a:lnSpc>
          <a:spcPct val="90000"/>
        </a:lnSpc>
        <a:spcBef>
          <a:spcPct val="0"/>
        </a:spcBef>
        <a:spcAft>
          <a:spcPct val="0"/>
        </a:spcAft>
        <a:defRPr sz="4400">
          <a:solidFill>
            <a:schemeClr val="tx1"/>
          </a:solidFill>
          <a:latin typeface="Calibri Light" charset="0"/>
        </a:defRPr>
      </a:lvl4pPr>
      <a:lvl5pPr algn="l" rtl="0" eaLnBrk="0" fontAlgn="base" hangingPunct="0">
        <a:lnSpc>
          <a:spcPct val="90000"/>
        </a:lnSpc>
        <a:spcBef>
          <a:spcPct val="0"/>
        </a:spcBef>
        <a:spcAft>
          <a:spcPct val="0"/>
        </a:spcAft>
        <a:defRPr sz="4400">
          <a:solidFill>
            <a:schemeClr val="tx1"/>
          </a:solidFill>
          <a:latin typeface="Calibri Light" charset="0"/>
        </a:defRPr>
      </a:lvl5pPr>
      <a:lvl6pPr marL="457200" algn="l" rtl="0" fontAlgn="base">
        <a:lnSpc>
          <a:spcPct val="90000"/>
        </a:lnSpc>
        <a:spcBef>
          <a:spcPct val="0"/>
        </a:spcBef>
        <a:spcAft>
          <a:spcPct val="0"/>
        </a:spcAft>
        <a:defRPr sz="4400">
          <a:solidFill>
            <a:schemeClr val="tx1"/>
          </a:solidFill>
          <a:latin typeface="Calibri Light" charset="0"/>
        </a:defRPr>
      </a:lvl6pPr>
      <a:lvl7pPr marL="914400" algn="l" rtl="0" fontAlgn="base">
        <a:lnSpc>
          <a:spcPct val="90000"/>
        </a:lnSpc>
        <a:spcBef>
          <a:spcPct val="0"/>
        </a:spcBef>
        <a:spcAft>
          <a:spcPct val="0"/>
        </a:spcAft>
        <a:defRPr sz="4400">
          <a:solidFill>
            <a:schemeClr val="tx1"/>
          </a:solidFill>
          <a:latin typeface="Calibri Light" charset="0"/>
        </a:defRPr>
      </a:lvl7pPr>
      <a:lvl8pPr marL="1371600" algn="l" rtl="0" fontAlgn="base">
        <a:lnSpc>
          <a:spcPct val="90000"/>
        </a:lnSpc>
        <a:spcBef>
          <a:spcPct val="0"/>
        </a:spcBef>
        <a:spcAft>
          <a:spcPct val="0"/>
        </a:spcAft>
        <a:defRPr sz="4400">
          <a:solidFill>
            <a:schemeClr val="tx1"/>
          </a:solidFill>
          <a:latin typeface="Calibri Light" charset="0"/>
        </a:defRPr>
      </a:lvl8pPr>
      <a:lvl9pPr marL="1828800" algn="l" rtl="0" fontAlgn="base">
        <a:lnSpc>
          <a:spcPct val="90000"/>
        </a:lnSpc>
        <a:spcBef>
          <a:spcPct val="0"/>
        </a:spcBef>
        <a:spcAft>
          <a:spcPct val="0"/>
        </a:spcAft>
        <a:defRPr sz="4400">
          <a:solidFill>
            <a:schemeClr val="tx1"/>
          </a:solidFill>
          <a:latin typeface="Calibri Light" charset="0"/>
        </a:defRPr>
      </a:lvl9pPr>
    </p:titleStyle>
    <p:bodyStyle>
      <a:lvl1pPr marL="228600" indent="-228600" algn="l" rtl="0" eaLnBrk="0" fontAlgn="base" hangingPunct="0">
        <a:lnSpc>
          <a:spcPct val="90000"/>
        </a:lnSpc>
        <a:spcBef>
          <a:spcPts val="1000"/>
        </a:spcBef>
        <a:spcAft>
          <a:spcPct val="0"/>
        </a:spcAft>
        <a:buFont typeface="Arial"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6.xml><?xml version="1.0" encoding="utf-8"?>
<p:sldMaster xmlns:a="http://schemas.openxmlformats.org/drawingml/2006/main" xmlns:r="http://schemas.openxmlformats.org/officeDocument/2006/relationships" xmlns:p="http://schemas.openxmlformats.org/presentationml/2006/main" preserve="1">
  <p:cSld>
    <p:bg>
      <p:bgPr>
        <a:solidFill>
          <a:srgbClr val="D6000D"/>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2816352" y="2597971"/>
            <a:ext cx="6559296" cy="1649358"/>
          </a:xfrm>
          <a:prstGeom prst="rect">
            <a:avLst/>
          </a:prstGeom>
        </p:spPr>
      </p:pic>
    </p:spTree>
    <p:extLst>
      <p:ext uri="{BB962C8B-B14F-4D97-AF65-F5344CB8AC3E}">
        <p14:creationId xmlns:p14="http://schemas.microsoft.com/office/powerpoint/2010/main" val="1874062951"/>
      </p:ext>
    </p:extLst>
  </p:cSld>
  <p:clrMap bg1="lt1" tx1="dk1" bg2="lt2" tx2="dk2" accent1="accent1" accent2="accent2" accent3="accent3" accent4="accent4" accent5="accent5" accent6="accent6" hlink="hlink" folHlink="folHlink"/>
  <p:sldLayoutIdLst>
    <p:sldLayoutId id="2147483725" r:id="rId1"/>
  </p:sldLayoutIdLst>
  <p:transition spd="slow"/>
  <p:txStyles>
    <p:titleStyle>
      <a:lvl1pPr algn="l" rtl="0" eaLnBrk="0" fontAlgn="base" hangingPunct="0">
        <a:lnSpc>
          <a:spcPct val="90000"/>
        </a:lnSpc>
        <a:spcBef>
          <a:spcPct val="0"/>
        </a:spcBef>
        <a:spcAft>
          <a:spcPct val="0"/>
        </a:spcAft>
        <a:defRPr sz="44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Calibri Light" charset="0"/>
        </a:defRPr>
      </a:lvl2pPr>
      <a:lvl3pPr algn="l" rtl="0" eaLnBrk="0" fontAlgn="base" hangingPunct="0">
        <a:lnSpc>
          <a:spcPct val="90000"/>
        </a:lnSpc>
        <a:spcBef>
          <a:spcPct val="0"/>
        </a:spcBef>
        <a:spcAft>
          <a:spcPct val="0"/>
        </a:spcAft>
        <a:defRPr sz="4400">
          <a:solidFill>
            <a:schemeClr val="tx1"/>
          </a:solidFill>
          <a:latin typeface="Calibri Light" charset="0"/>
        </a:defRPr>
      </a:lvl3pPr>
      <a:lvl4pPr algn="l" rtl="0" eaLnBrk="0" fontAlgn="base" hangingPunct="0">
        <a:lnSpc>
          <a:spcPct val="90000"/>
        </a:lnSpc>
        <a:spcBef>
          <a:spcPct val="0"/>
        </a:spcBef>
        <a:spcAft>
          <a:spcPct val="0"/>
        </a:spcAft>
        <a:defRPr sz="4400">
          <a:solidFill>
            <a:schemeClr val="tx1"/>
          </a:solidFill>
          <a:latin typeface="Calibri Light" charset="0"/>
        </a:defRPr>
      </a:lvl4pPr>
      <a:lvl5pPr algn="l" rtl="0" eaLnBrk="0" fontAlgn="base" hangingPunct="0">
        <a:lnSpc>
          <a:spcPct val="90000"/>
        </a:lnSpc>
        <a:spcBef>
          <a:spcPct val="0"/>
        </a:spcBef>
        <a:spcAft>
          <a:spcPct val="0"/>
        </a:spcAft>
        <a:defRPr sz="4400">
          <a:solidFill>
            <a:schemeClr val="tx1"/>
          </a:solidFill>
          <a:latin typeface="Calibri Light" charset="0"/>
        </a:defRPr>
      </a:lvl5pPr>
      <a:lvl6pPr marL="457200" algn="l" rtl="0" fontAlgn="base">
        <a:lnSpc>
          <a:spcPct val="90000"/>
        </a:lnSpc>
        <a:spcBef>
          <a:spcPct val="0"/>
        </a:spcBef>
        <a:spcAft>
          <a:spcPct val="0"/>
        </a:spcAft>
        <a:defRPr sz="4400">
          <a:solidFill>
            <a:schemeClr val="tx1"/>
          </a:solidFill>
          <a:latin typeface="Calibri Light" charset="0"/>
        </a:defRPr>
      </a:lvl6pPr>
      <a:lvl7pPr marL="914400" algn="l" rtl="0" fontAlgn="base">
        <a:lnSpc>
          <a:spcPct val="90000"/>
        </a:lnSpc>
        <a:spcBef>
          <a:spcPct val="0"/>
        </a:spcBef>
        <a:spcAft>
          <a:spcPct val="0"/>
        </a:spcAft>
        <a:defRPr sz="4400">
          <a:solidFill>
            <a:schemeClr val="tx1"/>
          </a:solidFill>
          <a:latin typeface="Calibri Light" charset="0"/>
        </a:defRPr>
      </a:lvl7pPr>
      <a:lvl8pPr marL="1371600" algn="l" rtl="0" fontAlgn="base">
        <a:lnSpc>
          <a:spcPct val="90000"/>
        </a:lnSpc>
        <a:spcBef>
          <a:spcPct val="0"/>
        </a:spcBef>
        <a:spcAft>
          <a:spcPct val="0"/>
        </a:spcAft>
        <a:defRPr sz="4400">
          <a:solidFill>
            <a:schemeClr val="tx1"/>
          </a:solidFill>
          <a:latin typeface="Calibri Light" charset="0"/>
        </a:defRPr>
      </a:lvl8pPr>
      <a:lvl9pPr marL="1828800" algn="l" rtl="0" fontAlgn="base">
        <a:lnSpc>
          <a:spcPct val="90000"/>
        </a:lnSpc>
        <a:spcBef>
          <a:spcPct val="0"/>
        </a:spcBef>
        <a:spcAft>
          <a:spcPct val="0"/>
        </a:spcAft>
        <a:defRPr sz="4400">
          <a:solidFill>
            <a:schemeClr val="tx1"/>
          </a:solidFill>
          <a:latin typeface="Calibri Light" charset="0"/>
        </a:defRPr>
      </a:lvl9pPr>
    </p:titleStyle>
    <p:bodyStyle>
      <a:lvl1pPr marL="228600" indent="-228600" algn="l" rtl="0" eaLnBrk="0" fontAlgn="base" hangingPunct="0">
        <a:lnSpc>
          <a:spcPct val="90000"/>
        </a:lnSpc>
        <a:spcBef>
          <a:spcPts val="1000"/>
        </a:spcBef>
        <a:spcAft>
          <a:spcPct val="0"/>
        </a:spcAft>
        <a:buFont typeface="Arial"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7.xml><?xml version="1.0" encoding="utf-8"?>
<p:sldMaster xmlns:a="http://schemas.openxmlformats.org/drawingml/2006/main" xmlns:r="http://schemas.openxmlformats.org/officeDocument/2006/relationships" xmlns:p="http://schemas.openxmlformats.org/presentationml/2006/main" preserve="1">
  <p:cSld>
    <p:bg>
      <p:bgPr>
        <a:solidFill>
          <a:srgbClr val="D6000D"/>
        </a:solidFill>
        <a:effectLst/>
      </p:bgPr>
    </p:bg>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2901188" y="2611689"/>
            <a:ext cx="6376924" cy="1634622"/>
          </a:xfrm>
          <a:prstGeom prst="rect">
            <a:avLst/>
          </a:prstGeom>
        </p:spPr>
      </p:pic>
    </p:spTree>
    <p:extLst>
      <p:ext uri="{BB962C8B-B14F-4D97-AF65-F5344CB8AC3E}">
        <p14:creationId xmlns:p14="http://schemas.microsoft.com/office/powerpoint/2010/main" val="1941603890"/>
      </p:ext>
    </p:extLst>
  </p:cSld>
  <p:clrMap bg1="lt1" tx1="dk1" bg2="lt2" tx2="dk2" accent1="accent1" accent2="accent2" accent3="accent3" accent4="accent4" accent5="accent5" accent6="accent6" hlink="hlink" folHlink="folHlink"/>
  <p:sldLayoutIdLst>
    <p:sldLayoutId id="2147483727" r:id="rId1"/>
  </p:sldLayoutIdLst>
  <p:transition spd="slow"/>
  <p:txStyles>
    <p:titleStyle>
      <a:lvl1pPr algn="l" rtl="0" eaLnBrk="0" fontAlgn="base" hangingPunct="0">
        <a:lnSpc>
          <a:spcPct val="90000"/>
        </a:lnSpc>
        <a:spcBef>
          <a:spcPct val="0"/>
        </a:spcBef>
        <a:spcAft>
          <a:spcPct val="0"/>
        </a:spcAft>
        <a:defRPr sz="44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Calibri Light" charset="0"/>
        </a:defRPr>
      </a:lvl2pPr>
      <a:lvl3pPr algn="l" rtl="0" eaLnBrk="0" fontAlgn="base" hangingPunct="0">
        <a:lnSpc>
          <a:spcPct val="90000"/>
        </a:lnSpc>
        <a:spcBef>
          <a:spcPct val="0"/>
        </a:spcBef>
        <a:spcAft>
          <a:spcPct val="0"/>
        </a:spcAft>
        <a:defRPr sz="4400">
          <a:solidFill>
            <a:schemeClr val="tx1"/>
          </a:solidFill>
          <a:latin typeface="Calibri Light" charset="0"/>
        </a:defRPr>
      </a:lvl3pPr>
      <a:lvl4pPr algn="l" rtl="0" eaLnBrk="0" fontAlgn="base" hangingPunct="0">
        <a:lnSpc>
          <a:spcPct val="90000"/>
        </a:lnSpc>
        <a:spcBef>
          <a:spcPct val="0"/>
        </a:spcBef>
        <a:spcAft>
          <a:spcPct val="0"/>
        </a:spcAft>
        <a:defRPr sz="4400">
          <a:solidFill>
            <a:schemeClr val="tx1"/>
          </a:solidFill>
          <a:latin typeface="Calibri Light" charset="0"/>
        </a:defRPr>
      </a:lvl4pPr>
      <a:lvl5pPr algn="l" rtl="0" eaLnBrk="0" fontAlgn="base" hangingPunct="0">
        <a:lnSpc>
          <a:spcPct val="90000"/>
        </a:lnSpc>
        <a:spcBef>
          <a:spcPct val="0"/>
        </a:spcBef>
        <a:spcAft>
          <a:spcPct val="0"/>
        </a:spcAft>
        <a:defRPr sz="4400">
          <a:solidFill>
            <a:schemeClr val="tx1"/>
          </a:solidFill>
          <a:latin typeface="Calibri Light" charset="0"/>
        </a:defRPr>
      </a:lvl5pPr>
      <a:lvl6pPr marL="457200" algn="l" rtl="0" fontAlgn="base">
        <a:lnSpc>
          <a:spcPct val="90000"/>
        </a:lnSpc>
        <a:spcBef>
          <a:spcPct val="0"/>
        </a:spcBef>
        <a:spcAft>
          <a:spcPct val="0"/>
        </a:spcAft>
        <a:defRPr sz="4400">
          <a:solidFill>
            <a:schemeClr val="tx1"/>
          </a:solidFill>
          <a:latin typeface="Calibri Light" charset="0"/>
        </a:defRPr>
      </a:lvl6pPr>
      <a:lvl7pPr marL="914400" algn="l" rtl="0" fontAlgn="base">
        <a:lnSpc>
          <a:spcPct val="90000"/>
        </a:lnSpc>
        <a:spcBef>
          <a:spcPct val="0"/>
        </a:spcBef>
        <a:spcAft>
          <a:spcPct val="0"/>
        </a:spcAft>
        <a:defRPr sz="4400">
          <a:solidFill>
            <a:schemeClr val="tx1"/>
          </a:solidFill>
          <a:latin typeface="Calibri Light" charset="0"/>
        </a:defRPr>
      </a:lvl7pPr>
      <a:lvl8pPr marL="1371600" algn="l" rtl="0" fontAlgn="base">
        <a:lnSpc>
          <a:spcPct val="90000"/>
        </a:lnSpc>
        <a:spcBef>
          <a:spcPct val="0"/>
        </a:spcBef>
        <a:spcAft>
          <a:spcPct val="0"/>
        </a:spcAft>
        <a:defRPr sz="4400">
          <a:solidFill>
            <a:schemeClr val="tx1"/>
          </a:solidFill>
          <a:latin typeface="Calibri Light" charset="0"/>
        </a:defRPr>
      </a:lvl8pPr>
      <a:lvl9pPr marL="1828800" algn="l" rtl="0" fontAlgn="base">
        <a:lnSpc>
          <a:spcPct val="90000"/>
        </a:lnSpc>
        <a:spcBef>
          <a:spcPct val="0"/>
        </a:spcBef>
        <a:spcAft>
          <a:spcPct val="0"/>
        </a:spcAft>
        <a:defRPr sz="4400">
          <a:solidFill>
            <a:schemeClr val="tx1"/>
          </a:solidFill>
          <a:latin typeface="Calibri Light" charset="0"/>
        </a:defRPr>
      </a:lvl9pPr>
    </p:titleStyle>
    <p:bodyStyle>
      <a:lvl1pPr marL="228600" indent="-228600" algn="l" rtl="0" eaLnBrk="0" fontAlgn="base" hangingPunct="0">
        <a:lnSpc>
          <a:spcPct val="90000"/>
        </a:lnSpc>
        <a:spcBef>
          <a:spcPts val="1000"/>
        </a:spcBef>
        <a:spcAft>
          <a:spcPct val="0"/>
        </a:spcAft>
        <a:buFont typeface="Arial"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8.xml><?xml version="1.0" encoding="utf-8"?>
<p:sldMaster xmlns:a="http://schemas.openxmlformats.org/drawingml/2006/main" xmlns:r="http://schemas.openxmlformats.org/officeDocument/2006/relationships" xmlns:p="http://schemas.openxmlformats.org/presentationml/2006/main" preserve="1">
  <p:cSld>
    <p:bg>
      <p:bgPr>
        <a:solidFill>
          <a:srgbClr val="D6000D"/>
        </a:solidFill>
        <a:effectLst/>
      </p:bgPr>
    </p:bg>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2291588" y="2562775"/>
            <a:ext cx="7596124" cy="1732450"/>
          </a:xfrm>
          <a:prstGeom prst="rect">
            <a:avLst/>
          </a:prstGeom>
        </p:spPr>
      </p:pic>
    </p:spTree>
    <p:extLst>
      <p:ext uri="{BB962C8B-B14F-4D97-AF65-F5344CB8AC3E}">
        <p14:creationId xmlns:p14="http://schemas.microsoft.com/office/powerpoint/2010/main" val="1988258551"/>
      </p:ext>
    </p:extLst>
  </p:cSld>
  <p:clrMap bg1="lt1" tx1="dk1" bg2="lt2" tx2="dk2" accent1="accent1" accent2="accent2" accent3="accent3" accent4="accent4" accent5="accent5" accent6="accent6" hlink="hlink" folHlink="folHlink"/>
  <p:sldLayoutIdLst>
    <p:sldLayoutId id="2147483731" r:id="rId1"/>
  </p:sldLayoutIdLst>
  <p:transition spd="slow"/>
  <p:txStyles>
    <p:titleStyle>
      <a:lvl1pPr algn="l" rtl="0" eaLnBrk="0" fontAlgn="base" hangingPunct="0">
        <a:lnSpc>
          <a:spcPct val="90000"/>
        </a:lnSpc>
        <a:spcBef>
          <a:spcPct val="0"/>
        </a:spcBef>
        <a:spcAft>
          <a:spcPct val="0"/>
        </a:spcAft>
        <a:defRPr sz="44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Calibri Light" charset="0"/>
        </a:defRPr>
      </a:lvl2pPr>
      <a:lvl3pPr algn="l" rtl="0" eaLnBrk="0" fontAlgn="base" hangingPunct="0">
        <a:lnSpc>
          <a:spcPct val="90000"/>
        </a:lnSpc>
        <a:spcBef>
          <a:spcPct val="0"/>
        </a:spcBef>
        <a:spcAft>
          <a:spcPct val="0"/>
        </a:spcAft>
        <a:defRPr sz="4400">
          <a:solidFill>
            <a:schemeClr val="tx1"/>
          </a:solidFill>
          <a:latin typeface="Calibri Light" charset="0"/>
        </a:defRPr>
      </a:lvl3pPr>
      <a:lvl4pPr algn="l" rtl="0" eaLnBrk="0" fontAlgn="base" hangingPunct="0">
        <a:lnSpc>
          <a:spcPct val="90000"/>
        </a:lnSpc>
        <a:spcBef>
          <a:spcPct val="0"/>
        </a:spcBef>
        <a:spcAft>
          <a:spcPct val="0"/>
        </a:spcAft>
        <a:defRPr sz="4400">
          <a:solidFill>
            <a:schemeClr val="tx1"/>
          </a:solidFill>
          <a:latin typeface="Calibri Light" charset="0"/>
        </a:defRPr>
      </a:lvl4pPr>
      <a:lvl5pPr algn="l" rtl="0" eaLnBrk="0" fontAlgn="base" hangingPunct="0">
        <a:lnSpc>
          <a:spcPct val="90000"/>
        </a:lnSpc>
        <a:spcBef>
          <a:spcPct val="0"/>
        </a:spcBef>
        <a:spcAft>
          <a:spcPct val="0"/>
        </a:spcAft>
        <a:defRPr sz="4400">
          <a:solidFill>
            <a:schemeClr val="tx1"/>
          </a:solidFill>
          <a:latin typeface="Calibri Light" charset="0"/>
        </a:defRPr>
      </a:lvl5pPr>
      <a:lvl6pPr marL="457200" algn="l" rtl="0" fontAlgn="base">
        <a:lnSpc>
          <a:spcPct val="90000"/>
        </a:lnSpc>
        <a:spcBef>
          <a:spcPct val="0"/>
        </a:spcBef>
        <a:spcAft>
          <a:spcPct val="0"/>
        </a:spcAft>
        <a:defRPr sz="4400">
          <a:solidFill>
            <a:schemeClr val="tx1"/>
          </a:solidFill>
          <a:latin typeface="Calibri Light" charset="0"/>
        </a:defRPr>
      </a:lvl6pPr>
      <a:lvl7pPr marL="914400" algn="l" rtl="0" fontAlgn="base">
        <a:lnSpc>
          <a:spcPct val="90000"/>
        </a:lnSpc>
        <a:spcBef>
          <a:spcPct val="0"/>
        </a:spcBef>
        <a:spcAft>
          <a:spcPct val="0"/>
        </a:spcAft>
        <a:defRPr sz="4400">
          <a:solidFill>
            <a:schemeClr val="tx1"/>
          </a:solidFill>
          <a:latin typeface="Calibri Light" charset="0"/>
        </a:defRPr>
      </a:lvl7pPr>
      <a:lvl8pPr marL="1371600" algn="l" rtl="0" fontAlgn="base">
        <a:lnSpc>
          <a:spcPct val="90000"/>
        </a:lnSpc>
        <a:spcBef>
          <a:spcPct val="0"/>
        </a:spcBef>
        <a:spcAft>
          <a:spcPct val="0"/>
        </a:spcAft>
        <a:defRPr sz="4400">
          <a:solidFill>
            <a:schemeClr val="tx1"/>
          </a:solidFill>
          <a:latin typeface="Calibri Light" charset="0"/>
        </a:defRPr>
      </a:lvl8pPr>
      <a:lvl9pPr marL="1828800" algn="l" rtl="0" fontAlgn="base">
        <a:lnSpc>
          <a:spcPct val="90000"/>
        </a:lnSpc>
        <a:spcBef>
          <a:spcPct val="0"/>
        </a:spcBef>
        <a:spcAft>
          <a:spcPct val="0"/>
        </a:spcAft>
        <a:defRPr sz="4400">
          <a:solidFill>
            <a:schemeClr val="tx1"/>
          </a:solidFill>
          <a:latin typeface="Calibri Light" charset="0"/>
        </a:defRPr>
      </a:lvl9pPr>
    </p:titleStyle>
    <p:bodyStyle>
      <a:lvl1pPr marL="228600" indent="-228600" algn="l" rtl="0" eaLnBrk="0" fontAlgn="base" hangingPunct="0">
        <a:lnSpc>
          <a:spcPct val="90000"/>
        </a:lnSpc>
        <a:spcBef>
          <a:spcPts val="1000"/>
        </a:spcBef>
        <a:spcAft>
          <a:spcPct val="0"/>
        </a:spcAft>
        <a:buFont typeface="Arial"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9.xml><?xml version="1.0" encoding="utf-8"?>
<p:sldMaster xmlns:a="http://schemas.openxmlformats.org/drawingml/2006/main" xmlns:r="http://schemas.openxmlformats.org/officeDocument/2006/relationships" xmlns:p="http://schemas.openxmlformats.org/presentationml/2006/main" preserve="1">
  <p:cSld>
    <p:bg>
      <p:bgPr>
        <a:solidFill>
          <a:srgbClr val="D6000D"/>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3072384" y="2673096"/>
            <a:ext cx="6047232" cy="1511808"/>
          </a:xfrm>
          <a:prstGeom prst="rect">
            <a:avLst/>
          </a:prstGeom>
        </p:spPr>
      </p:pic>
    </p:spTree>
    <p:extLst>
      <p:ext uri="{BB962C8B-B14F-4D97-AF65-F5344CB8AC3E}">
        <p14:creationId xmlns:p14="http://schemas.microsoft.com/office/powerpoint/2010/main" val="75988502"/>
      </p:ext>
    </p:extLst>
  </p:cSld>
  <p:clrMap bg1="lt1" tx1="dk1" bg2="lt2" tx2="dk2" accent1="accent1" accent2="accent2" accent3="accent3" accent4="accent4" accent5="accent5" accent6="accent6" hlink="hlink" folHlink="folHlink"/>
  <p:sldLayoutIdLst>
    <p:sldLayoutId id="2147483733" r:id="rId1"/>
  </p:sldLayoutIdLst>
  <p:transition spd="slow"/>
  <p:txStyles>
    <p:titleStyle>
      <a:lvl1pPr algn="l" rtl="0" eaLnBrk="0" fontAlgn="base" hangingPunct="0">
        <a:lnSpc>
          <a:spcPct val="90000"/>
        </a:lnSpc>
        <a:spcBef>
          <a:spcPct val="0"/>
        </a:spcBef>
        <a:spcAft>
          <a:spcPct val="0"/>
        </a:spcAft>
        <a:defRPr sz="44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Calibri Light" charset="0"/>
        </a:defRPr>
      </a:lvl2pPr>
      <a:lvl3pPr algn="l" rtl="0" eaLnBrk="0" fontAlgn="base" hangingPunct="0">
        <a:lnSpc>
          <a:spcPct val="90000"/>
        </a:lnSpc>
        <a:spcBef>
          <a:spcPct val="0"/>
        </a:spcBef>
        <a:spcAft>
          <a:spcPct val="0"/>
        </a:spcAft>
        <a:defRPr sz="4400">
          <a:solidFill>
            <a:schemeClr val="tx1"/>
          </a:solidFill>
          <a:latin typeface="Calibri Light" charset="0"/>
        </a:defRPr>
      </a:lvl3pPr>
      <a:lvl4pPr algn="l" rtl="0" eaLnBrk="0" fontAlgn="base" hangingPunct="0">
        <a:lnSpc>
          <a:spcPct val="90000"/>
        </a:lnSpc>
        <a:spcBef>
          <a:spcPct val="0"/>
        </a:spcBef>
        <a:spcAft>
          <a:spcPct val="0"/>
        </a:spcAft>
        <a:defRPr sz="4400">
          <a:solidFill>
            <a:schemeClr val="tx1"/>
          </a:solidFill>
          <a:latin typeface="Calibri Light" charset="0"/>
        </a:defRPr>
      </a:lvl4pPr>
      <a:lvl5pPr algn="l" rtl="0" eaLnBrk="0" fontAlgn="base" hangingPunct="0">
        <a:lnSpc>
          <a:spcPct val="90000"/>
        </a:lnSpc>
        <a:spcBef>
          <a:spcPct val="0"/>
        </a:spcBef>
        <a:spcAft>
          <a:spcPct val="0"/>
        </a:spcAft>
        <a:defRPr sz="4400">
          <a:solidFill>
            <a:schemeClr val="tx1"/>
          </a:solidFill>
          <a:latin typeface="Calibri Light" charset="0"/>
        </a:defRPr>
      </a:lvl5pPr>
      <a:lvl6pPr marL="457200" algn="l" rtl="0" fontAlgn="base">
        <a:lnSpc>
          <a:spcPct val="90000"/>
        </a:lnSpc>
        <a:spcBef>
          <a:spcPct val="0"/>
        </a:spcBef>
        <a:spcAft>
          <a:spcPct val="0"/>
        </a:spcAft>
        <a:defRPr sz="4400">
          <a:solidFill>
            <a:schemeClr val="tx1"/>
          </a:solidFill>
          <a:latin typeface="Calibri Light" charset="0"/>
        </a:defRPr>
      </a:lvl6pPr>
      <a:lvl7pPr marL="914400" algn="l" rtl="0" fontAlgn="base">
        <a:lnSpc>
          <a:spcPct val="90000"/>
        </a:lnSpc>
        <a:spcBef>
          <a:spcPct val="0"/>
        </a:spcBef>
        <a:spcAft>
          <a:spcPct val="0"/>
        </a:spcAft>
        <a:defRPr sz="4400">
          <a:solidFill>
            <a:schemeClr val="tx1"/>
          </a:solidFill>
          <a:latin typeface="Calibri Light" charset="0"/>
        </a:defRPr>
      </a:lvl7pPr>
      <a:lvl8pPr marL="1371600" algn="l" rtl="0" fontAlgn="base">
        <a:lnSpc>
          <a:spcPct val="90000"/>
        </a:lnSpc>
        <a:spcBef>
          <a:spcPct val="0"/>
        </a:spcBef>
        <a:spcAft>
          <a:spcPct val="0"/>
        </a:spcAft>
        <a:defRPr sz="4400">
          <a:solidFill>
            <a:schemeClr val="tx1"/>
          </a:solidFill>
          <a:latin typeface="Calibri Light" charset="0"/>
        </a:defRPr>
      </a:lvl8pPr>
      <a:lvl9pPr marL="1828800" algn="l" rtl="0" fontAlgn="base">
        <a:lnSpc>
          <a:spcPct val="90000"/>
        </a:lnSpc>
        <a:spcBef>
          <a:spcPct val="0"/>
        </a:spcBef>
        <a:spcAft>
          <a:spcPct val="0"/>
        </a:spcAft>
        <a:defRPr sz="4400">
          <a:solidFill>
            <a:schemeClr val="tx1"/>
          </a:solidFill>
          <a:latin typeface="Calibri Light" charset="0"/>
        </a:defRPr>
      </a:lvl9pPr>
    </p:titleStyle>
    <p:bodyStyle>
      <a:lvl1pPr marL="228600" indent="-228600" algn="l" rtl="0" eaLnBrk="0" fontAlgn="base" hangingPunct="0">
        <a:lnSpc>
          <a:spcPct val="90000"/>
        </a:lnSpc>
        <a:spcBef>
          <a:spcPts val="1000"/>
        </a:spcBef>
        <a:spcAft>
          <a:spcPct val="0"/>
        </a:spcAft>
        <a:buFont typeface="Arial"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0.xml><?xml version="1.0" encoding="utf-8"?>
<p:sldMaster xmlns:a="http://schemas.openxmlformats.org/drawingml/2006/main" xmlns:r="http://schemas.openxmlformats.org/officeDocument/2006/relationships" xmlns:p="http://schemas.openxmlformats.org/presentationml/2006/main" preserve="1">
  <p:cSld>
    <p:bg>
      <p:bgPr>
        <a:solidFill>
          <a:srgbClr val="D6000D"/>
        </a:solidFill>
        <a:effectLst/>
      </p:bgPr>
    </p:bg>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3011424" y="2617768"/>
            <a:ext cx="6169152" cy="1609764"/>
          </a:xfrm>
          <a:prstGeom prst="rect">
            <a:avLst/>
          </a:prstGeom>
        </p:spPr>
      </p:pic>
    </p:spTree>
    <p:extLst>
      <p:ext uri="{BB962C8B-B14F-4D97-AF65-F5344CB8AC3E}">
        <p14:creationId xmlns:p14="http://schemas.microsoft.com/office/powerpoint/2010/main" val="1152829194"/>
      </p:ext>
    </p:extLst>
  </p:cSld>
  <p:clrMap bg1="lt1" tx1="dk1" bg2="lt2" tx2="dk2" accent1="accent1" accent2="accent2" accent3="accent3" accent4="accent4" accent5="accent5" accent6="accent6" hlink="hlink" folHlink="folHlink"/>
  <p:sldLayoutIdLst>
    <p:sldLayoutId id="2147483735" r:id="rId1"/>
  </p:sldLayoutIdLst>
  <p:transition spd="slow"/>
  <p:txStyles>
    <p:titleStyle>
      <a:lvl1pPr algn="l" rtl="0" eaLnBrk="0" fontAlgn="base" hangingPunct="0">
        <a:lnSpc>
          <a:spcPct val="90000"/>
        </a:lnSpc>
        <a:spcBef>
          <a:spcPct val="0"/>
        </a:spcBef>
        <a:spcAft>
          <a:spcPct val="0"/>
        </a:spcAft>
        <a:defRPr sz="44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Calibri Light" charset="0"/>
        </a:defRPr>
      </a:lvl2pPr>
      <a:lvl3pPr algn="l" rtl="0" eaLnBrk="0" fontAlgn="base" hangingPunct="0">
        <a:lnSpc>
          <a:spcPct val="90000"/>
        </a:lnSpc>
        <a:spcBef>
          <a:spcPct val="0"/>
        </a:spcBef>
        <a:spcAft>
          <a:spcPct val="0"/>
        </a:spcAft>
        <a:defRPr sz="4400">
          <a:solidFill>
            <a:schemeClr val="tx1"/>
          </a:solidFill>
          <a:latin typeface="Calibri Light" charset="0"/>
        </a:defRPr>
      </a:lvl3pPr>
      <a:lvl4pPr algn="l" rtl="0" eaLnBrk="0" fontAlgn="base" hangingPunct="0">
        <a:lnSpc>
          <a:spcPct val="90000"/>
        </a:lnSpc>
        <a:spcBef>
          <a:spcPct val="0"/>
        </a:spcBef>
        <a:spcAft>
          <a:spcPct val="0"/>
        </a:spcAft>
        <a:defRPr sz="4400">
          <a:solidFill>
            <a:schemeClr val="tx1"/>
          </a:solidFill>
          <a:latin typeface="Calibri Light" charset="0"/>
        </a:defRPr>
      </a:lvl4pPr>
      <a:lvl5pPr algn="l" rtl="0" eaLnBrk="0" fontAlgn="base" hangingPunct="0">
        <a:lnSpc>
          <a:spcPct val="90000"/>
        </a:lnSpc>
        <a:spcBef>
          <a:spcPct val="0"/>
        </a:spcBef>
        <a:spcAft>
          <a:spcPct val="0"/>
        </a:spcAft>
        <a:defRPr sz="4400">
          <a:solidFill>
            <a:schemeClr val="tx1"/>
          </a:solidFill>
          <a:latin typeface="Calibri Light" charset="0"/>
        </a:defRPr>
      </a:lvl5pPr>
      <a:lvl6pPr marL="457200" algn="l" rtl="0" fontAlgn="base">
        <a:lnSpc>
          <a:spcPct val="90000"/>
        </a:lnSpc>
        <a:spcBef>
          <a:spcPct val="0"/>
        </a:spcBef>
        <a:spcAft>
          <a:spcPct val="0"/>
        </a:spcAft>
        <a:defRPr sz="4400">
          <a:solidFill>
            <a:schemeClr val="tx1"/>
          </a:solidFill>
          <a:latin typeface="Calibri Light" charset="0"/>
        </a:defRPr>
      </a:lvl6pPr>
      <a:lvl7pPr marL="914400" algn="l" rtl="0" fontAlgn="base">
        <a:lnSpc>
          <a:spcPct val="90000"/>
        </a:lnSpc>
        <a:spcBef>
          <a:spcPct val="0"/>
        </a:spcBef>
        <a:spcAft>
          <a:spcPct val="0"/>
        </a:spcAft>
        <a:defRPr sz="4400">
          <a:solidFill>
            <a:schemeClr val="tx1"/>
          </a:solidFill>
          <a:latin typeface="Calibri Light" charset="0"/>
        </a:defRPr>
      </a:lvl7pPr>
      <a:lvl8pPr marL="1371600" algn="l" rtl="0" fontAlgn="base">
        <a:lnSpc>
          <a:spcPct val="90000"/>
        </a:lnSpc>
        <a:spcBef>
          <a:spcPct val="0"/>
        </a:spcBef>
        <a:spcAft>
          <a:spcPct val="0"/>
        </a:spcAft>
        <a:defRPr sz="4400">
          <a:solidFill>
            <a:schemeClr val="tx1"/>
          </a:solidFill>
          <a:latin typeface="Calibri Light" charset="0"/>
        </a:defRPr>
      </a:lvl8pPr>
      <a:lvl9pPr marL="1828800" algn="l" rtl="0" fontAlgn="base">
        <a:lnSpc>
          <a:spcPct val="90000"/>
        </a:lnSpc>
        <a:spcBef>
          <a:spcPct val="0"/>
        </a:spcBef>
        <a:spcAft>
          <a:spcPct val="0"/>
        </a:spcAft>
        <a:defRPr sz="4400">
          <a:solidFill>
            <a:schemeClr val="tx1"/>
          </a:solidFill>
          <a:latin typeface="Calibri Light" charset="0"/>
        </a:defRPr>
      </a:lvl9pPr>
    </p:titleStyle>
    <p:bodyStyle>
      <a:lvl1pPr marL="228600" indent="-228600" algn="l" rtl="0" eaLnBrk="0" fontAlgn="base" hangingPunct="0">
        <a:lnSpc>
          <a:spcPct val="90000"/>
        </a:lnSpc>
        <a:spcBef>
          <a:spcPts val="1000"/>
        </a:spcBef>
        <a:spcAft>
          <a:spcPct val="0"/>
        </a:spcAft>
        <a:buFont typeface="Arial"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1.xml><?xml version="1.0" encoding="utf-8"?>
<p:sldMaster xmlns:a="http://schemas.openxmlformats.org/drawingml/2006/main" xmlns:r="http://schemas.openxmlformats.org/officeDocument/2006/relationships" xmlns:p="http://schemas.openxmlformats.org/presentationml/2006/main" preserve="1">
  <p:cSld>
    <p:bg>
      <p:bgPr>
        <a:solidFill>
          <a:srgbClr val="D6000D"/>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3035808" y="2634558"/>
            <a:ext cx="6120384" cy="1576184"/>
          </a:xfrm>
          <a:prstGeom prst="rect">
            <a:avLst/>
          </a:prstGeom>
        </p:spPr>
      </p:pic>
    </p:spTree>
    <p:extLst>
      <p:ext uri="{BB962C8B-B14F-4D97-AF65-F5344CB8AC3E}">
        <p14:creationId xmlns:p14="http://schemas.microsoft.com/office/powerpoint/2010/main" val="1220222684"/>
      </p:ext>
    </p:extLst>
  </p:cSld>
  <p:clrMap bg1="lt1" tx1="dk1" bg2="lt2" tx2="dk2" accent1="accent1" accent2="accent2" accent3="accent3" accent4="accent4" accent5="accent5" accent6="accent6" hlink="hlink" folHlink="folHlink"/>
  <p:sldLayoutIdLst>
    <p:sldLayoutId id="2147483737" r:id="rId1"/>
  </p:sldLayoutIdLst>
  <p:transition spd="slow"/>
  <p:txStyles>
    <p:titleStyle>
      <a:lvl1pPr algn="l" rtl="0" eaLnBrk="0" fontAlgn="base" hangingPunct="0">
        <a:lnSpc>
          <a:spcPct val="90000"/>
        </a:lnSpc>
        <a:spcBef>
          <a:spcPct val="0"/>
        </a:spcBef>
        <a:spcAft>
          <a:spcPct val="0"/>
        </a:spcAft>
        <a:defRPr sz="44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Calibri Light" charset="0"/>
        </a:defRPr>
      </a:lvl2pPr>
      <a:lvl3pPr algn="l" rtl="0" eaLnBrk="0" fontAlgn="base" hangingPunct="0">
        <a:lnSpc>
          <a:spcPct val="90000"/>
        </a:lnSpc>
        <a:spcBef>
          <a:spcPct val="0"/>
        </a:spcBef>
        <a:spcAft>
          <a:spcPct val="0"/>
        </a:spcAft>
        <a:defRPr sz="4400">
          <a:solidFill>
            <a:schemeClr val="tx1"/>
          </a:solidFill>
          <a:latin typeface="Calibri Light" charset="0"/>
        </a:defRPr>
      </a:lvl3pPr>
      <a:lvl4pPr algn="l" rtl="0" eaLnBrk="0" fontAlgn="base" hangingPunct="0">
        <a:lnSpc>
          <a:spcPct val="90000"/>
        </a:lnSpc>
        <a:spcBef>
          <a:spcPct val="0"/>
        </a:spcBef>
        <a:spcAft>
          <a:spcPct val="0"/>
        </a:spcAft>
        <a:defRPr sz="4400">
          <a:solidFill>
            <a:schemeClr val="tx1"/>
          </a:solidFill>
          <a:latin typeface="Calibri Light" charset="0"/>
        </a:defRPr>
      </a:lvl4pPr>
      <a:lvl5pPr algn="l" rtl="0" eaLnBrk="0" fontAlgn="base" hangingPunct="0">
        <a:lnSpc>
          <a:spcPct val="90000"/>
        </a:lnSpc>
        <a:spcBef>
          <a:spcPct val="0"/>
        </a:spcBef>
        <a:spcAft>
          <a:spcPct val="0"/>
        </a:spcAft>
        <a:defRPr sz="4400">
          <a:solidFill>
            <a:schemeClr val="tx1"/>
          </a:solidFill>
          <a:latin typeface="Calibri Light" charset="0"/>
        </a:defRPr>
      </a:lvl5pPr>
      <a:lvl6pPr marL="457200" algn="l" rtl="0" fontAlgn="base">
        <a:lnSpc>
          <a:spcPct val="90000"/>
        </a:lnSpc>
        <a:spcBef>
          <a:spcPct val="0"/>
        </a:spcBef>
        <a:spcAft>
          <a:spcPct val="0"/>
        </a:spcAft>
        <a:defRPr sz="4400">
          <a:solidFill>
            <a:schemeClr val="tx1"/>
          </a:solidFill>
          <a:latin typeface="Calibri Light" charset="0"/>
        </a:defRPr>
      </a:lvl6pPr>
      <a:lvl7pPr marL="914400" algn="l" rtl="0" fontAlgn="base">
        <a:lnSpc>
          <a:spcPct val="90000"/>
        </a:lnSpc>
        <a:spcBef>
          <a:spcPct val="0"/>
        </a:spcBef>
        <a:spcAft>
          <a:spcPct val="0"/>
        </a:spcAft>
        <a:defRPr sz="4400">
          <a:solidFill>
            <a:schemeClr val="tx1"/>
          </a:solidFill>
          <a:latin typeface="Calibri Light" charset="0"/>
        </a:defRPr>
      </a:lvl7pPr>
      <a:lvl8pPr marL="1371600" algn="l" rtl="0" fontAlgn="base">
        <a:lnSpc>
          <a:spcPct val="90000"/>
        </a:lnSpc>
        <a:spcBef>
          <a:spcPct val="0"/>
        </a:spcBef>
        <a:spcAft>
          <a:spcPct val="0"/>
        </a:spcAft>
        <a:defRPr sz="4400">
          <a:solidFill>
            <a:schemeClr val="tx1"/>
          </a:solidFill>
          <a:latin typeface="Calibri Light" charset="0"/>
        </a:defRPr>
      </a:lvl8pPr>
      <a:lvl9pPr marL="1828800" algn="l" rtl="0" fontAlgn="base">
        <a:lnSpc>
          <a:spcPct val="90000"/>
        </a:lnSpc>
        <a:spcBef>
          <a:spcPct val="0"/>
        </a:spcBef>
        <a:spcAft>
          <a:spcPct val="0"/>
        </a:spcAft>
        <a:defRPr sz="4400">
          <a:solidFill>
            <a:schemeClr val="tx1"/>
          </a:solidFill>
          <a:latin typeface="Calibri Light" charset="0"/>
        </a:defRPr>
      </a:lvl9pPr>
    </p:titleStyle>
    <p:bodyStyle>
      <a:lvl1pPr marL="228600" indent="-228600" algn="l" rtl="0" eaLnBrk="0" fontAlgn="base" hangingPunct="0">
        <a:lnSpc>
          <a:spcPct val="90000"/>
        </a:lnSpc>
        <a:spcBef>
          <a:spcPts val="1000"/>
        </a:spcBef>
        <a:spcAft>
          <a:spcPct val="0"/>
        </a:spcAft>
        <a:buFont typeface="Arial"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2.xml><?xml version="1.0" encoding="utf-8"?>
<p:sldMaster xmlns:a="http://schemas.openxmlformats.org/drawingml/2006/main" xmlns:r="http://schemas.openxmlformats.org/officeDocument/2006/relationships" xmlns:p="http://schemas.openxmlformats.org/presentationml/2006/main" preserve="1">
  <p:cSld>
    <p:bg>
      <p:bgPr>
        <a:solidFill>
          <a:srgbClr val="D6000D"/>
        </a:solidFill>
        <a:effectLst/>
      </p:bgPr>
    </p:bg>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2559812" y="2543956"/>
            <a:ext cx="7059676" cy="1757388"/>
          </a:xfrm>
          <a:prstGeom prst="rect">
            <a:avLst/>
          </a:prstGeom>
        </p:spPr>
      </p:pic>
    </p:spTree>
    <p:extLst>
      <p:ext uri="{BB962C8B-B14F-4D97-AF65-F5344CB8AC3E}">
        <p14:creationId xmlns:p14="http://schemas.microsoft.com/office/powerpoint/2010/main" val="630304094"/>
      </p:ext>
    </p:extLst>
  </p:cSld>
  <p:clrMap bg1="lt1" tx1="dk1" bg2="lt2" tx2="dk2" accent1="accent1" accent2="accent2" accent3="accent3" accent4="accent4" accent5="accent5" accent6="accent6" hlink="hlink" folHlink="folHlink"/>
  <p:sldLayoutIdLst>
    <p:sldLayoutId id="2147483739" r:id="rId1"/>
  </p:sldLayoutIdLst>
  <p:transition spd="slow"/>
  <p:txStyles>
    <p:titleStyle>
      <a:lvl1pPr algn="l" rtl="0" eaLnBrk="0" fontAlgn="base" hangingPunct="0">
        <a:lnSpc>
          <a:spcPct val="90000"/>
        </a:lnSpc>
        <a:spcBef>
          <a:spcPct val="0"/>
        </a:spcBef>
        <a:spcAft>
          <a:spcPct val="0"/>
        </a:spcAft>
        <a:defRPr sz="44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Calibri Light" charset="0"/>
        </a:defRPr>
      </a:lvl2pPr>
      <a:lvl3pPr algn="l" rtl="0" eaLnBrk="0" fontAlgn="base" hangingPunct="0">
        <a:lnSpc>
          <a:spcPct val="90000"/>
        </a:lnSpc>
        <a:spcBef>
          <a:spcPct val="0"/>
        </a:spcBef>
        <a:spcAft>
          <a:spcPct val="0"/>
        </a:spcAft>
        <a:defRPr sz="4400">
          <a:solidFill>
            <a:schemeClr val="tx1"/>
          </a:solidFill>
          <a:latin typeface="Calibri Light" charset="0"/>
        </a:defRPr>
      </a:lvl3pPr>
      <a:lvl4pPr algn="l" rtl="0" eaLnBrk="0" fontAlgn="base" hangingPunct="0">
        <a:lnSpc>
          <a:spcPct val="90000"/>
        </a:lnSpc>
        <a:spcBef>
          <a:spcPct val="0"/>
        </a:spcBef>
        <a:spcAft>
          <a:spcPct val="0"/>
        </a:spcAft>
        <a:defRPr sz="4400">
          <a:solidFill>
            <a:schemeClr val="tx1"/>
          </a:solidFill>
          <a:latin typeface="Calibri Light" charset="0"/>
        </a:defRPr>
      </a:lvl4pPr>
      <a:lvl5pPr algn="l" rtl="0" eaLnBrk="0" fontAlgn="base" hangingPunct="0">
        <a:lnSpc>
          <a:spcPct val="90000"/>
        </a:lnSpc>
        <a:spcBef>
          <a:spcPct val="0"/>
        </a:spcBef>
        <a:spcAft>
          <a:spcPct val="0"/>
        </a:spcAft>
        <a:defRPr sz="4400">
          <a:solidFill>
            <a:schemeClr val="tx1"/>
          </a:solidFill>
          <a:latin typeface="Calibri Light" charset="0"/>
        </a:defRPr>
      </a:lvl5pPr>
      <a:lvl6pPr marL="457200" algn="l" rtl="0" fontAlgn="base">
        <a:lnSpc>
          <a:spcPct val="90000"/>
        </a:lnSpc>
        <a:spcBef>
          <a:spcPct val="0"/>
        </a:spcBef>
        <a:spcAft>
          <a:spcPct val="0"/>
        </a:spcAft>
        <a:defRPr sz="4400">
          <a:solidFill>
            <a:schemeClr val="tx1"/>
          </a:solidFill>
          <a:latin typeface="Calibri Light" charset="0"/>
        </a:defRPr>
      </a:lvl6pPr>
      <a:lvl7pPr marL="914400" algn="l" rtl="0" fontAlgn="base">
        <a:lnSpc>
          <a:spcPct val="90000"/>
        </a:lnSpc>
        <a:spcBef>
          <a:spcPct val="0"/>
        </a:spcBef>
        <a:spcAft>
          <a:spcPct val="0"/>
        </a:spcAft>
        <a:defRPr sz="4400">
          <a:solidFill>
            <a:schemeClr val="tx1"/>
          </a:solidFill>
          <a:latin typeface="Calibri Light" charset="0"/>
        </a:defRPr>
      </a:lvl7pPr>
      <a:lvl8pPr marL="1371600" algn="l" rtl="0" fontAlgn="base">
        <a:lnSpc>
          <a:spcPct val="90000"/>
        </a:lnSpc>
        <a:spcBef>
          <a:spcPct val="0"/>
        </a:spcBef>
        <a:spcAft>
          <a:spcPct val="0"/>
        </a:spcAft>
        <a:defRPr sz="4400">
          <a:solidFill>
            <a:schemeClr val="tx1"/>
          </a:solidFill>
          <a:latin typeface="Calibri Light" charset="0"/>
        </a:defRPr>
      </a:lvl8pPr>
      <a:lvl9pPr marL="1828800" algn="l" rtl="0" fontAlgn="base">
        <a:lnSpc>
          <a:spcPct val="90000"/>
        </a:lnSpc>
        <a:spcBef>
          <a:spcPct val="0"/>
        </a:spcBef>
        <a:spcAft>
          <a:spcPct val="0"/>
        </a:spcAft>
        <a:defRPr sz="4400">
          <a:solidFill>
            <a:schemeClr val="tx1"/>
          </a:solidFill>
          <a:latin typeface="Calibri Light" charset="0"/>
        </a:defRPr>
      </a:lvl9pPr>
    </p:titleStyle>
    <p:bodyStyle>
      <a:lvl1pPr marL="228600" indent="-228600" algn="l" rtl="0" eaLnBrk="0" fontAlgn="base" hangingPunct="0">
        <a:lnSpc>
          <a:spcPct val="90000"/>
        </a:lnSpc>
        <a:spcBef>
          <a:spcPts val="1000"/>
        </a:spcBef>
        <a:spcAft>
          <a:spcPct val="0"/>
        </a:spcAft>
        <a:buFont typeface="Arial"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2085760"/>
      </p:ext>
    </p:extLst>
  </p:cSld>
  <p:clrMap bg1="lt1" tx1="dk1" bg2="lt2" tx2="dk2" accent1="accent1" accent2="accent2" accent3="accent3" accent4="accent4" accent5="accent5" accent6="accent6" hlink="hlink" folHlink="folHlink"/>
  <p:sldLayoutIdLst>
    <p:sldLayoutId id="2147483651" r:id="rId1"/>
    <p:sldLayoutId id="2147483696" r:id="rId2"/>
    <p:sldLayoutId id="2147483658" r:id="rId3"/>
    <p:sldLayoutId id="2147483657" r:id="rId4"/>
    <p:sldLayoutId id="2147483694" r:id="rId5"/>
    <p:sldLayoutId id="2147483700" r:id="rId6"/>
    <p:sldLayoutId id="2147483692" r:id="rId7"/>
    <p:sldLayoutId id="2147483699" r:id="rId8"/>
  </p:sldLayoutIdLst>
  <p:txStyles>
    <p:titleStyle>
      <a:lvl1pPr algn="l" defTabSz="914400" rtl="0" eaLnBrk="1" latinLnBrk="0" hangingPunct="1">
        <a:lnSpc>
          <a:spcPct val="90000"/>
        </a:lnSpc>
        <a:spcBef>
          <a:spcPct val="0"/>
        </a:spcBef>
        <a:buNone/>
        <a:defRPr sz="4400" kern="1200" baseline="0">
          <a:solidFill>
            <a:schemeClr val="bg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4.xml><?xml version="1.0" encoding="utf-8"?>
<p:sldMaster xmlns:a="http://schemas.openxmlformats.org/drawingml/2006/main" xmlns:r="http://schemas.openxmlformats.org/officeDocument/2006/relationships" xmlns:p="http://schemas.openxmlformats.org/presentationml/2006/main" preserve="1">
  <p:cSld>
    <p:bg>
      <p:bgPr>
        <a:solidFill>
          <a:srgbClr val="F2F2F2"/>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52907814"/>
      </p:ext>
    </p:extLst>
  </p:cSld>
  <p:clrMap bg1="lt1" tx1="dk1" bg2="lt2" tx2="dk2" accent1="accent1" accent2="accent2" accent3="accent3" accent4="accent4" accent5="accent5" accent6="accent6" hlink="hlink" folHlink="folHlink"/>
  <p:sldLayoutIdLst>
    <p:sldLayoutId id="2147483664" r:id="rId1"/>
    <p:sldLayoutId id="2147483697" r:id="rId2"/>
    <p:sldLayoutId id="2147483665" r:id="rId3"/>
    <p:sldLayoutId id="2147483666" r:id="rId4"/>
    <p:sldLayoutId id="2147483693" r:id="rId5"/>
    <p:sldLayoutId id="2147483701" r:id="rId6"/>
    <p:sldLayoutId id="2147483690" r:id="rId7"/>
  </p:sldLayoutIdLst>
  <p:txStyles>
    <p:titleStyle>
      <a:lvl1pPr algn="l" defTabSz="914400" rtl="0" eaLnBrk="1" latinLnBrk="0" hangingPunct="1">
        <a:lnSpc>
          <a:spcPct val="90000"/>
        </a:lnSpc>
        <a:spcBef>
          <a:spcPct val="0"/>
        </a:spcBef>
        <a:buNone/>
        <a:defRPr sz="4400" kern="1200" baseline="0">
          <a:solidFill>
            <a:schemeClr val="bg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5.xml><?xml version="1.0" encoding="utf-8"?>
<p:sldMaster xmlns:a="http://schemas.openxmlformats.org/drawingml/2006/main" xmlns:r="http://schemas.openxmlformats.org/officeDocument/2006/relationships" xmlns:p="http://schemas.openxmlformats.org/presentationml/2006/main" preserve="1">
  <p:cSld>
    <p:bg>
      <p:bgPr>
        <a:solidFill>
          <a:srgbClr val="D6000D"/>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16161444"/>
      </p:ext>
    </p:extLst>
  </p:cSld>
  <p:clrMap bg1="lt1" tx1="dk1" bg2="lt2" tx2="dk2" accent1="accent1" accent2="accent2" accent3="accent3" accent4="accent4" accent5="accent5" accent6="accent6" hlink="hlink" folHlink="folHlink"/>
  <p:sldLayoutIdLst>
    <p:sldLayoutId id="2147483660" r:id="rId1"/>
    <p:sldLayoutId id="2147483698" r:id="rId2"/>
    <p:sldLayoutId id="2147483661" r:id="rId3"/>
    <p:sldLayoutId id="2147483662" r:id="rId4"/>
    <p:sldLayoutId id="2147483695" r:id="rId5"/>
    <p:sldLayoutId id="2147483691" r:id="rId6"/>
  </p:sldLayoutIdLst>
  <p:txStyles>
    <p:titleStyle>
      <a:lvl1pPr algn="l" defTabSz="914400" rtl="0" eaLnBrk="1" latinLnBrk="0" hangingPunct="1">
        <a:lnSpc>
          <a:spcPct val="90000"/>
        </a:lnSpc>
        <a:spcBef>
          <a:spcPct val="0"/>
        </a:spcBef>
        <a:buNone/>
        <a:defRPr sz="4400" kern="1200" baseline="0">
          <a:solidFill>
            <a:schemeClr val="bg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6.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8939458"/>
      </p:ext>
    </p:extLst>
  </p:cSld>
  <p:clrMap bg1="lt1" tx1="dk1" bg2="lt2" tx2="dk2" accent1="accent1" accent2="accent2" accent3="accent3" accent4="accent4" accent5="accent5" accent6="accent6" hlink="hlink" folHlink="folHlink"/>
  <p:sldLayoutIdLst>
    <p:sldLayoutId id="2147483688"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7.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FDC67F3-6104-465F-A39F-8AE67CD9083B}" type="datetimeFigureOut">
              <a:rPr lang="en-GB" smtClean="0"/>
              <a:t>20/08/2026</a:t>
            </a:fld>
            <a:endParaRPr lang="en-GB"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BDCD88B-4BF1-4908-BF24-C2C54E8F8E79}" type="slidenum">
              <a:rPr lang="en-GB" smtClean="0"/>
              <a:t>‹#›</a:t>
            </a:fld>
            <a:endParaRPr lang="en-GB" dirty="0"/>
          </a:p>
        </p:txBody>
      </p:sp>
    </p:spTree>
    <p:extLst>
      <p:ext uri="{BB962C8B-B14F-4D97-AF65-F5344CB8AC3E}">
        <p14:creationId xmlns:p14="http://schemas.microsoft.com/office/powerpoint/2010/main" val="1155249982"/>
      </p:ext>
    </p:extLst>
  </p:cSld>
  <p:clrMap bg1="lt1" tx1="dk1" bg2="lt2" tx2="dk2" accent1="accent1" accent2="accent2" accent3="accent3" accent4="accent4" accent5="accent5" accent6="accent6" hlink="hlink" folHlink="folHlink"/>
  <p:sldLayoutIdLst>
    <p:sldLayoutId id="2147483741" r:id="rId1"/>
    <p:sldLayoutId id="2147483742" r:id="rId2"/>
    <p:sldLayoutId id="2147483743" r:id="rId3"/>
    <p:sldLayoutId id="2147483744" r:id="rId4"/>
    <p:sldLayoutId id="2147483745" r:id="rId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2"/>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2"/>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2"/>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2"/>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5.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4.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4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21.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4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095178" y="1130395"/>
            <a:ext cx="4465643" cy="1815882"/>
          </a:xfrm>
        </p:spPr>
        <p:txBody>
          <a:bodyPr/>
          <a:lstStyle/>
          <a:p>
            <a:r>
              <a:rPr lang="en-GB" sz="2800" noProof="0" dirty="0">
                <a:cs typeface="Times New Roman" panose="02020603050405020304" pitchFamily="18" charset="0"/>
              </a:rPr>
              <a:t>3D Printing Parameter Optimisation: Impact of K-Value on Carbon-Reinforced PETG</a:t>
            </a:r>
          </a:p>
        </p:txBody>
      </p:sp>
      <p:sp>
        <p:nvSpPr>
          <p:cNvPr id="5" name="Subtitle 2"/>
          <p:cNvSpPr>
            <a:spLocks noGrp="1"/>
          </p:cNvSpPr>
          <p:nvPr>
            <p:ph type="subTitle" idx="1"/>
          </p:nvPr>
        </p:nvSpPr>
        <p:spPr>
          <a:xfrm>
            <a:off x="2599160" y="4052956"/>
            <a:ext cx="6207089" cy="519112"/>
          </a:xfrm>
        </p:spPr>
        <p:txBody>
          <a:bodyPr>
            <a:normAutofit/>
          </a:bodyPr>
          <a:lstStyle/>
          <a:p>
            <a:pPr algn="ctr"/>
            <a:r>
              <a:rPr lang="en-GB" noProof="0" dirty="0"/>
              <a:t>MEE7012-SUM</a:t>
            </a:r>
          </a:p>
        </p:txBody>
      </p:sp>
      <p:sp>
        <p:nvSpPr>
          <p:cNvPr id="6" name="TextBox 5"/>
          <p:cNvSpPr txBox="1"/>
          <p:nvPr/>
        </p:nvSpPr>
        <p:spPr>
          <a:xfrm>
            <a:off x="4496771" y="4731381"/>
            <a:ext cx="2411879" cy="369332"/>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srgbClr val="D6000D"/>
                </a:solidFill>
                <a:effectLst/>
                <a:uLnTx/>
                <a:uFillTx/>
                <a:latin typeface="+mj-lt"/>
                <a:ea typeface="+mn-ea"/>
                <a:cs typeface="Times New Roman" panose="02020603050405020304" pitchFamily="18" charset="0"/>
              </a:rPr>
              <a:t>Name: Vipul Kohinkar</a:t>
            </a:r>
          </a:p>
        </p:txBody>
      </p:sp>
      <p:sp>
        <p:nvSpPr>
          <p:cNvPr id="3" name="TextBox 2">
            <a:extLst>
              <a:ext uri="{FF2B5EF4-FFF2-40B4-BE49-F238E27FC236}">
                <a16:creationId xmlns:a16="http://schemas.microsoft.com/office/drawing/2014/main" id="{8938A38E-7161-4D57-B732-AFE925E2AD32}"/>
              </a:ext>
            </a:extLst>
          </p:cNvPr>
          <p:cNvSpPr txBox="1"/>
          <p:nvPr/>
        </p:nvSpPr>
        <p:spPr>
          <a:xfrm>
            <a:off x="863915" y="3666180"/>
            <a:ext cx="3118149" cy="523220"/>
          </a:xfrm>
          <a:prstGeom prst="rect">
            <a:avLst/>
          </a:prstGeom>
          <a:noFill/>
        </p:spPr>
        <p:txBody>
          <a:bodyPr wrap="square" rtlCol="0">
            <a:spAutoFit/>
          </a:bodyPr>
          <a:lstStyle/>
          <a:p>
            <a:r>
              <a:rPr lang="en-GB" sz="1400" noProof="0" dirty="0"/>
              <a:t>Supervisor:  Oana Istrate</a:t>
            </a:r>
          </a:p>
          <a:p>
            <a:r>
              <a:rPr lang="en-GB" sz="1400" noProof="0" dirty="0"/>
              <a:t>Meeting #:  7         Date: </a:t>
            </a:r>
            <a:r>
              <a:rPr lang="en-GB" sz="1400" dirty="0"/>
              <a:t>20</a:t>
            </a:r>
            <a:r>
              <a:rPr lang="en-GB" sz="1400" noProof="0" dirty="0"/>
              <a:t>/08/2026</a:t>
            </a:r>
          </a:p>
        </p:txBody>
      </p:sp>
    </p:spTree>
    <p:extLst>
      <p:ext uri="{BB962C8B-B14F-4D97-AF65-F5344CB8AC3E}">
        <p14:creationId xmlns:p14="http://schemas.microsoft.com/office/powerpoint/2010/main" val="240193229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32014" y="189522"/>
            <a:ext cx="10515600" cy="1160883"/>
          </a:xfrm>
        </p:spPr>
        <p:txBody>
          <a:bodyPr>
            <a:normAutofit/>
          </a:bodyPr>
          <a:lstStyle/>
          <a:p>
            <a:r>
              <a:rPr lang="en-GB" sz="4800" noProof="0" dirty="0"/>
              <a:t>Aims &amp; Objectives</a:t>
            </a:r>
          </a:p>
        </p:txBody>
      </p:sp>
      <p:sp>
        <p:nvSpPr>
          <p:cNvPr id="3" name="Text Placeholder 2"/>
          <p:cNvSpPr>
            <a:spLocks noGrp="1"/>
          </p:cNvSpPr>
          <p:nvPr>
            <p:ph type="body" idx="1"/>
          </p:nvPr>
        </p:nvSpPr>
        <p:spPr>
          <a:xfrm>
            <a:off x="632014" y="1451650"/>
            <a:ext cx="11343676" cy="4546027"/>
          </a:xfrm>
        </p:spPr>
        <p:txBody>
          <a:bodyPr vert="horz" lIns="91440" tIns="45720" rIns="91440" bIns="45720" rtlCol="0" anchor="t">
            <a:normAutofit/>
          </a:bodyPr>
          <a:lstStyle/>
          <a:p>
            <a:pPr>
              <a:lnSpc>
                <a:spcPct val="150000"/>
              </a:lnSpc>
            </a:pPr>
            <a:r>
              <a:rPr lang="en-GB" sz="2000" b="1" noProof="0" dirty="0">
                <a:solidFill>
                  <a:schemeClr val="tx1"/>
                </a:solidFill>
              </a:rPr>
              <a:t>Aim</a:t>
            </a:r>
            <a:r>
              <a:rPr lang="en-GB" sz="2000" noProof="0" dirty="0">
                <a:solidFill>
                  <a:schemeClr val="tx2"/>
                </a:solidFill>
              </a:rPr>
              <a:t> </a:t>
            </a:r>
          </a:p>
          <a:p>
            <a:pPr>
              <a:lnSpc>
                <a:spcPct val="150000"/>
              </a:lnSpc>
            </a:pPr>
            <a:r>
              <a:rPr lang="en-GB" sz="1600" noProof="0" dirty="0">
                <a:solidFill>
                  <a:schemeClr val="tx2"/>
                </a:solidFill>
              </a:rPr>
              <a:t>To investigate the effect of K value (flow rate multiplier) on the structural and mechanical properties of FDM-printed PETG and carbon-reinforced PETG (CF-PETG).</a:t>
            </a:r>
            <a:br>
              <a:rPr lang="en-GB" sz="2000" noProof="0" dirty="0"/>
            </a:br>
            <a:r>
              <a:rPr lang="en-GB" sz="2000" b="1" noProof="0" dirty="0">
                <a:solidFill>
                  <a:schemeClr val="tx1"/>
                </a:solidFill>
              </a:rPr>
              <a:t>Objectives</a:t>
            </a:r>
          </a:p>
          <a:p>
            <a:pPr marL="342900" indent="-342900">
              <a:lnSpc>
                <a:spcPct val="114000"/>
              </a:lnSpc>
              <a:buFont typeface="Arial" panose="020B0604020202020204" pitchFamily="34" charset="0"/>
              <a:buChar char="•"/>
            </a:pPr>
            <a:r>
              <a:rPr lang="en-GB" sz="1600" noProof="0" dirty="0">
                <a:solidFill>
                  <a:schemeClr val="tx2"/>
                </a:solidFill>
              </a:rPr>
              <a:t>3D print ISO 527-2 Type 5A PETG and CF-PETG specimens at the different K-values using the Ultimaker S5.</a:t>
            </a:r>
          </a:p>
          <a:p>
            <a:pPr marL="342900" indent="-342900">
              <a:lnSpc>
                <a:spcPct val="114000"/>
              </a:lnSpc>
              <a:buFont typeface="Arial" panose="020B0604020202020204" pitchFamily="34" charset="0"/>
              <a:buChar char="•"/>
            </a:pPr>
            <a:r>
              <a:rPr lang="en-GB" sz="1600" noProof="0" dirty="0">
                <a:solidFill>
                  <a:schemeClr val="tx2"/>
                </a:solidFill>
              </a:rPr>
              <a:t>Perform tensile testing on all </a:t>
            </a:r>
            <a:r>
              <a:rPr lang="en-GB" sz="1800" noProof="0" dirty="0">
                <a:solidFill>
                  <a:schemeClr val="tx2"/>
                </a:solidFill>
              </a:rPr>
              <a:t>specimens</a:t>
            </a:r>
            <a:r>
              <a:rPr lang="en-GB" sz="1600" noProof="0" dirty="0">
                <a:solidFill>
                  <a:schemeClr val="tx2"/>
                </a:solidFill>
              </a:rPr>
              <a:t> using tensile testing machine in accordance with ISO 527-2 and determine tensile strength, Young's modulus, and elongation at break for each material and K-value.</a:t>
            </a:r>
          </a:p>
          <a:p>
            <a:pPr marL="342900" indent="-342900">
              <a:lnSpc>
                <a:spcPct val="114000"/>
              </a:lnSpc>
              <a:buFont typeface="Arial" panose="020B0604020202020204" pitchFamily="34" charset="0"/>
              <a:buChar char="•"/>
            </a:pPr>
            <a:r>
              <a:rPr lang="en-GB" sz="1600" noProof="0" dirty="0">
                <a:solidFill>
                  <a:schemeClr val="tx2"/>
                </a:solidFill>
              </a:rPr>
              <a:t>Conduct optical microscopy to investigate surface quality and visible defects in the printed specimens.</a:t>
            </a:r>
          </a:p>
          <a:p>
            <a:pPr marL="342900" indent="-342900">
              <a:lnSpc>
                <a:spcPct val="114000"/>
              </a:lnSpc>
              <a:buFont typeface="Arial" panose="020B0604020202020204" pitchFamily="34" charset="0"/>
              <a:buChar char="•"/>
            </a:pPr>
            <a:r>
              <a:rPr lang="en-GB" sz="1600" noProof="0" dirty="0">
                <a:solidFill>
                  <a:schemeClr val="tx2"/>
                </a:solidFill>
              </a:rPr>
              <a:t>Compare the mechanical performance of PETG and CF-PETG across all K-values.</a:t>
            </a:r>
          </a:p>
          <a:p>
            <a:pPr marL="342900" indent="-342900">
              <a:lnSpc>
                <a:spcPct val="114000"/>
              </a:lnSpc>
              <a:buFont typeface="Arial" panose="020B0604020202020204" pitchFamily="34" charset="0"/>
              <a:buChar char="•"/>
            </a:pPr>
            <a:r>
              <a:rPr lang="en-GB" sz="1600" noProof="0" dirty="0">
                <a:solidFill>
                  <a:schemeClr val="tx2"/>
                </a:solidFill>
              </a:rPr>
              <a:t>Begin report writing by preparing the report subsection outline and the Materials section for the project checkpoint.</a:t>
            </a:r>
          </a:p>
        </p:txBody>
      </p:sp>
    </p:spTree>
    <p:extLst>
      <p:ext uri="{BB962C8B-B14F-4D97-AF65-F5344CB8AC3E}">
        <p14:creationId xmlns:p14="http://schemas.microsoft.com/office/powerpoint/2010/main" val="1953696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32014" y="189522"/>
            <a:ext cx="10515600" cy="1160883"/>
          </a:xfrm>
        </p:spPr>
        <p:txBody>
          <a:bodyPr>
            <a:normAutofit/>
          </a:bodyPr>
          <a:lstStyle/>
          <a:p>
            <a:r>
              <a:rPr lang="en-GB" sz="4800" noProof="0" dirty="0"/>
              <a:t>Project timeline / Gantt</a:t>
            </a:r>
          </a:p>
        </p:txBody>
      </p:sp>
      <p:sp>
        <p:nvSpPr>
          <p:cNvPr id="3" name="Text Placeholder 2"/>
          <p:cNvSpPr>
            <a:spLocks noGrp="1"/>
          </p:cNvSpPr>
          <p:nvPr>
            <p:ph type="body" idx="1"/>
          </p:nvPr>
        </p:nvSpPr>
        <p:spPr>
          <a:xfrm>
            <a:off x="632014" y="1569639"/>
            <a:ext cx="10515600" cy="4034748"/>
          </a:xfrm>
        </p:spPr>
        <p:txBody>
          <a:bodyPr vert="horz" lIns="91440" tIns="45720" rIns="91440" bIns="45720" rtlCol="0" anchor="t">
            <a:normAutofit/>
          </a:bodyPr>
          <a:lstStyle/>
          <a:p>
            <a:pPr marL="342900" indent="-342900">
              <a:buFont typeface="Arial" panose="020B0604020202020204" pitchFamily="34" charset="0"/>
              <a:buChar char="•"/>
            </a:pPr>
            <a:r>
              <a:rPr lang="en-GB" sz="2000" noProof="0" dirty="0">
                <a:solidFill>
                  <a:schemeClr val="tx2"/>
                </a:solidFill>
              </a:rPr>
              <a:t>Results analysis and report writing in progress.</a:t>
            </a:r>
          </a:p>
        </p:txBody>
      </p:sp>
    </p:spTree>
    <p:extLst>
      <p:ext uri="{BB962C8B-B14F-4D97-AF65-F5344CB8AC3E}">
        <p14:creationId xmlns:p14="http://schemas.microsoft.com/office/powerpoint/2010/main" val="7466690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F30EF9-DC71-1A5B-C6E9-DBCE07120A8B}"/>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4027799B-27EB-68AD-1C64-2F588E536C8E}"/>
              </a:ext>
            </a:extLst>
          </p:cNvPr>
          <p:cNvPicPr>
            <a:picLocks noChangeAspect="1"/>
          </p:cNvPicPr>
          <p:nvPr/>
        </p:nvPicPr>
        <p:blipFill>
          <a:blip r:embed="rId2"/>
          <a:srcRect t="1006"/>
          <a:stretch>
            <a:fillRect/>
          </a:stretch>
        </p:blipFill>
        <p:spPr>
          <a:xfrm>
            <a:off x="356734" y="0"/>
            <a:ext cx="9524684" cy="6858000"/>
          </a:xfrm>
          <a:prstGeom prst="rect">
            <a:avLst/>
          </a:prstGeom>
        </p:spPr>
      </p:pic>
    </p:spTree>
    <p:extLst>
      <p:ext uri="{BB962C8B-B14F-4D97-AF65-F5344CB8AC3E}">
        <p14:creationId xmlns:p14="http://schemas.microsoft.com/office/powerpoint/2010/main" val="4660040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32014" y="189522"/>
            <a:ext cx="10515600" cy="1160883"/>
          </a:xfrm>
        </p:spPr>
        <p:txBody>
          <a:bodyPr>
            <a:normAutofit/>
          </a:bodyPr>
          <a:lstStyle/>
          <a:p>
            <a:r>
              <a:rPr lang="en-GB" sz="4800" noProof="0" dirty="0"/>
              <a:t>Background – key literature</a:t>
            </a:r>
          </a:p>
        </p:txBody>
      </p:sp>
      <p:sp>
        <p:nvSpPr>
          <p:cNvPr id="3" name="Text Placeholder 2"/>
          <p:cNvSpPr>
            <a:spLocks noGrp="1"/>
          </p:cNvSpPr>
          <p:nvPr>
            <p:ph type="body" idx="1"/>
          </p:nvPr>
        </p:nvSpPr>
        <p:spPr>
          <a:xfrm>
            <a:off x="632014" y="1569639"/>
            <a:ext cx="10515600" cy="4319884"/>
          </a:xfrm>
        </p:spPr>
        <p:txBody>
          <a:bodyPr vert="horz" lIns="91440" tIns="45720" rIns="91440" bIns="45720" rtlCol="0" anchor="t">
            <a:normAutofit/>
          </a:bodyPr>
          <a:lstStyle/>
          <a:p>
            <a:pPr marL="342900" indent="-342900">
              <a:lnSpc>
                <a:spcPct val="114000"/>
              </a:lnSpc>
              <a:buFont typeface="Arial" panose="020B0604020202020204" pitchFamily="34" charset="0"/>
              <a:buChar char="•"/>
            </a:pPr>
            <a:r>
              <a:rPr lang="en-GB" sz="1800" noProof="0" dirty="0">
                <a:solidFill>
                  <a:schemeClr val="tx2"/>
                </a:solidFill>
              </a:rPr>
              <a:t>Carbon fibre reinforcement improves the stiffness and mechanical performance of PETG composites compared with unreinforced PETG (</a:t>
            </a:r>
            <a:r>
              <a:rPr lang="en-GB" sz="1800" noProof="0" dirty="0" err="1">
                <a:solidFill>
                  <a:schemeClr val="tx2"/>
                </a:solidFill>
              </a:rPr>
              <a:t>Kichloo</a:t>
            </a:r>
            <a:r>
              <a:rPr lang="en-GB" sz="1800" noProof="0" dirty="0">
                <a:solidFill>
                  <a:schemeClr val="tx2"/>
                </a:solidFill>
              </a:rPr>
              <a:t> et al., 2022).</a:t>
            </a:r>
          </a:p>
          <a:p>
            <a:pPr marL="342900" indent="-342900">
              <a:lnSpc>
                <a:spcPct val="114000"/>
              </a:lnSpc>
              <a:buFont typeface="Arial" panose="020B0604020202020204" pitchFamily="34" charset="0"/>
              <a:buChar char="•"/>
            </a:pPr>
            <a:r>
              <a:rPr lang="en-GB" sz="1800" noProof="0" dirty="0">
                <a:solidFill>
                  <a:schemeClr val="tx2"/>
                </a:solidFill>
              </a:rPr>
              <a:t>Mechanical properties of CF-PETG are significantly affected by process parameters including print speed, layer height, raster angle, infill density, and build orientation (Patel et al., 2024)(Economides et al., 2024).</a:t>
            </a:r>
          </a:p>
          <a:p>
            <a:pPr marL="342900" indent="-342900">
              <a:lnSpc>
                <a:spcPct val="114000"/>
              </a:lnSpc>
              <a:buFont typeface="Arial" panose="020B0604020202020204" pitchFamily="34" charset="0"/>
              <a:buChar char="•"/>
            </a:pPr>
            <a:r>
              <a:rPr lang="en-GB" sz="1800" noProof="0" dirty="0" err="1">
                <a:solidFill>
                  <a:schemeClr val="tx2"/>
                </a:solidFill>
              </a:rPr>
              <a:t>Alarifi</a:t>
            </a:r>
            <a:r>
              <a:rPr lang="en-GB" sz="1800" noProof="0" dirty="0">
                <a:solidFill>
                  <a:schemeClr val="tx2"/>
                </a:solidFill>
              </a:rPr>
              <a:t> (2023) found that specimen structure and manufacturing conditions influence the tensile behaviour and failure characteristics of PETG/CF composites.</a:t>
            </a:r>
          </a:p>
          <a:p>
            <a:pPr marL="342900" indent="-342900">
              <a:lnSpc>
                <a:spcPct val="114000"/>
              </a:lnSpc>
              <a:buFont typeface="Arial" panose="020B0604020202020204" pitchFamily="34" charset="0"/>
              <a:buChar char="•"/>
            </a:pPr>
            <a:r>
              <a:rPr lang="en-GB" sz="1800" noProof="0" dirty="0" err="1">
                <a:solidFill>
                  <a:schemeClr val="tx2"/>
                </a:solidFill>
              </a:rPr>
              <a:t>Balasrinivasan</a:t>
            </a:r>
            <a:r>
              <a:rPr lang="en-GB" sz="1800" noProof="0" dirty="0">
                <a:solidFill>
                  <a:schemeClr val="tx2"/>
                </a:solidFill>
              </a:rPr>
              <a:t> et al. (2024) reported that feed rate and infill pattern have a measurable effect on the tensile performance of PETG-CF specimens.</a:t>
            </a:r>
            <a:endParaRPr lang="en-GB" sz="1800" noProof="0" dirty="0">
              <a:solidFill>
                <a:schemeClr val="tx2"/>
              </a:solidFill>
              <a:cs typeface="Arial"/>
            </a:endParaRPr>
          </a:p>
        </p:txBody>
      </p:sp>
    </p:spTree>
    <p:extLst>
      <p:ext uri="{BB962C8B-B14F-4D97-AF65-F5344CB8AC3E}">
        <p14:creationId xmlns:p14="http://schemas.microsoft.com/office/powerpoint/2010/main" val="16650798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3641DD-E18E-4227-EA14-2754CE54286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16AB8F9-00D9-8800-00B0-9DC1AAF27C79}"/>
              </a:ext>
            </a:extLst>
          </p:cNvPr>
          <p:cNvSpPr>
            <a:spLocks noGrp="1"/>
          </p:cNvSpPr>
          <p:nvPr>
            <p:ph type="title"/>
          </p:nvPr>
        </p:nvSpPr>
        <p:spPr>
          <a:xfrm>
            <a:off x="632014" y="189522"/>
            <a:ext cx="10515600" cy="1160883"/>
          </a:xfrm>
        </p:spPr>
        <p:txBody>
          <a:bodyPr>
            <a:normAutofit/>
          </a:bodyPr>
          <a:lstStyle/>
          <a:p>
            <a:r>
              <a:rPr lang="en-GB" sz="4800" noProof="0" dirty="0"/>
              <a:t>Background – key literature</a:t>
            </a:r>
          </a:p>
        </p:txBody>
      </p:sp>
      <p:sp>
        <p:nvSpPr>
          <p:cNvPr id="3" name="Text Placeholder 2">
            <a:extLst>
              <a:ext uri="{FF2B5EF4-FFF2-40B4-BE49-F238E27FC236}">
                <a16:creationId xmlns:a16="http://schemas.microsoft.com/office/drawing/2014/main" id="{87AB3ABC-CD53-A345-0558-B9006C4E0100}"/>
              </a:ext>
            </a:extLst>
          </p:cNvPr>
          <p:cNvSpPr>
            <a:spLocks noGrp="1"/>
          </p:cNvSpPr>
          <p:nvPr>
            <p:ph type="body" idx="1"/>
          </p:nvPr>
        </p:nvSpPr>
        <p:spPr>
          <a:xfrm>
            <a:off x="632014" y="1569639"/>
            <a:ext cx="10515600" cy="4319884"/>
          </a:xfrm>
        </p:spPr>
        <p:txBody>
          <a:bodyPr vert="horz" lIns="91440" tIns="45720" rIns="91440" bIns="45720" rtlCol="0" anchor="t">
            <a:normAutofit/>
          </a:bodyPr>
          <a:lstStyle/>
          <a:p>
            <a:pPr marL="342900" indent="-342900">
              <a:lnSpc>
                <a:spcPct val="114000"/>
              </a:lnSpc>
              <a:buFont typeface="Arial" panose="020B0604020202020204" pitchFamily="34" charset="0"/>
              <a:buChar char="•"/>
            </a:pPr>
            <a:r>
              <a:rPr lang="en-GB" sz="1800" noProof="0" dirty="0">
                <a:solidFill>
                  <a:schemeClr val="tx2"/>
                </a:solidFill>
                <a:cs typeface="Arial"/>
              </a:rPr>
              <a:t>Lendvai et al. (2024) reported that adjusting the filament extrusion multiplier/flow rate (k = 0.97 to 1.05) during Material Extrusion of PLA minimizes internal voids, but over-extrusion forces excess material to the sides, reducing geometric accuracy and decreasing tensile strength.</a:t>
            </a:r>
          </a:p>
          <a:p>
            <a:pPr marL="342900" indent="-342900">
              <a:lnSpc>
                <a:spcPct val="114000"/>
              </a:lnSpc>
              <a:buFont typeface="Arial" panose="020B0604020202020204" pitchFamily="34" charset="0"/>
              <a:buChar char="•"/>
            </a:pPr>
            <a:r>
              <a:rPr lang="en-GB" sz="1800" noProof="0" dirty="0" err="1">
                <a:solidFill>
                  <a:schemeClr val="tx2"/>
                </a:solidFill>
                <a:cs typeface="Arial"/>
              </a:rPr>
              <a:t>Minaoglou</a:t>
            </a:r>
            <a:r>
              <a:rPr lang="en-GB" sz="1800" noProof="0" dirty="0">
                <a:solidFill>
                  <a:schemeClr val="tx2"/>
                </a:solidFill>
                <a:cs typeface="Arial"/>
              </a:rPr>
              <a:t> et al. (2024) found that increasing the material flow rate (85% to 115%) significantly improves interlayer bonding and ultimate tensile strength in CF-PETG processed via FFF.</a:t>
            </a:r>
          </a:p>
          <a:p>
            <a:pPr marL="342900" indent="-342900">
              <a:lnSpc>
                <a:spcPct val="114000"/>
              </a:lnSpc>
              <a:buFont typeface="Arial" panose="020B0604020202020204" pitchFamily="34" charset="0"/>
              <a:buChar char="•"/>
            </a:pPr>
            <a:r>
              <a:rPr lang="en-GB" sz="1800" noProof="0" dirty="0">
                <a:solidFill>
                  <a:schemeClr val="tx2"/>
                </a:solidFill>
                <a:cs typeface="Arial"/>
              </a:rPr>
              <a:t>Gao et al. (2026) used a wide combination of settings including flow rates of 95%, 100%, 105%, and 110% to show how flow rate works alongside temperature and speed to dictate layer bonding and final strength in FDM printed PLA-CF parts.</a:t>
            </a:r>
          </a:p>
          <a:p>
            <a:pPr marL="342900" indent="-342900">
              <a:lnSpc>
                <a:spcPct val="114000"/>
              </a:lnSpc>
              <a:buFont typeface="Arial" panose="020B0604020202020204" pitchFamily="34" charset="0"/>
              <a:buChar char="•"/>
            </a:pPr>
            <a:r>
              <a:rPr lang="en-GB" sz="1800" noProof="0" dirty="0">
                <a:solidFill>
                  <a:schemeClr val="tx2"/>
                </a:solidFill>
                <a:cs typeface="Arial"/>
              </a:rPr>
              <a:t>Modifying the material flow rate (90% to 110%) controls the road width and geometric profile of the tracks, altering the surface roughness of FDM printed PETG components (Barrios and Romero, 2019).</a:t>
            </a:r>
          </a:p>
        </p:txBody>
      </p:sp>
    </p:spTree>
    <p:extLst>
      <p:ext uri="{BB962C8B-B14F-4D97-AF65-F5344CB8AC3E}">
        <p14:creationId xmlns:p14="http://schemas.microsoft.com/office/powerpoint/2010/main" val="39953396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07D90D-3467-6B0A-83D1-E2658F8E782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2C4DF5F-C76A-8CD8-451D-2090679B69C0}"/>
              </a:ext>
            </a:extLst>
          </p:cNvPr>
          <p:cNvSpPr>
            <a:spLocks noGrp="1"/>
          </p:cNvSpPr>
          <p:nvPr>
            <p:ph type="title"/>
          </p:nvPr>
        </p:nvSpPr>
        <p:spPr>
          <a:xfrm>
            <a:off x="632014" y="189522"/>
            <a:ext cx="10515600" cy="1160883"/>
          </a:xfrm>
        </p:spPr>
        <p:txBody>
          <a:bodyPr>
            <a:normAutofit/>
          </a:bodyPr>
          <a:lstStyle/>
          <a:p>
            <a:r>
              <a:rPr lang="en-GB" sz="4800" noProof="0" dirty="0"/>
              <a:t>Background – key literature</a:t>
            </a:r>
          </a:p>
        </p:txBody>
      </p:sp>
      <p:sp>
        <p:nvSpPr>
          <p:cNvPr id="3" name="Text Placeholder 2">
            <a:extLst>
              <a:ext uri="{FF2B5EF4-FFF2-40B4-BE49-F238E27FC236}">
                <a16:creationId xmlns:a16="http://schemas.microsoft.com/office/drawing/2014/main" id="{3F357DC9-F147-796A-06A1-68DC0AF0B989}"/>
              </a:ext>
            </a:extLst>
          </p:cNvPr>
          <p:cNvSpPr>
            <a:spLocks noGrp="1"/>
          </p:cNvSpPr>
          <p:nvPr>
            <p:ph type="body" idx="1"/>
          </p:nvPr>
        </p:nvSpPr>
        <p:spPr>
          <a:xfrm>
            <a:off x="632014" y="1569639"/>
            <a:ext cx="10515600" cy="4319884"/>
          </a:xfrm>
        </p:spPr>
        <p:txBody>
          <a:bodyPr vert="horz" lIns="91440" tIns="45720" rIns="91440" bIns="45720" rtlCol="0" anchor="t">
            <a:normAutofit/>
          </a:bodyPr>
          <a:lstStyle/>
          <a:p>
            <a:pPr marL="342900" indent="-342900">
              <a:lnSpc>
                <a:spcPct val="114000"/>
              </a:lnSpc>
              <a:buFont typeface="Arial" panose="020B0604020202020204" pitchFamily="34" charset="0"/>
              <a:buChar char="•"/>
            </a:pPr>
            <a:r>
              <a:rPr lang="en-GB" sz="1800" noProof="0" dirty="0" err="1">
                <a:solidFill>
                  <a:schemeClr val="tx2"/>
                </a:solidFill>
                <a:cs typeface="Arial"/>
              </a:rPr>
              <a:t>Rihar</a:t>
            </a:r>
            <a:r>
              <a:rPr lang="en-GB" sz="1800" noProof="0" dirty="0">
                <a:solidFill>
                  <a:schemeClr val="tx2"/>
                </a:solidFill>
                <a:cs typeface="Arial"/>
              </a:rPr>
              <a:t> and </a:t>
            </a:r>
            <a:r>
              <a:rPr lang="en-GB" sz="1800" noProof="0" dirty="0" err="1">
                <a:solidFill>
                  <a:schemeClr val="tx2"/>
                </a:solidFill>
                <a:cs typeface="Arial"/>
              </a:rPr>
              <a:t>Hozdić</a:t>
            </a:r>
            <a:r>
              <a:rPr lang="en-GB" sz="1800" noProof="0" dirty="0">
                <a:solidFill>
                  <a:schemeClr val="tx2"/>
                </a:solidFill>
                <a:cs typeface="Arial"/>
              </a:rPr>
              <a:t> (2026) investigated PETG and CF-PETG tensile behaviour using specimens designed according to ISO 527-2:2012 and showed that increasing infill density reduced porosity and improved tensile strength, supported by optical microscopy.</a:t>
            </a:r>
          </a:p>
          <a:p>
            <a:pPr marL="342900" indent="-342900">
              <a:lnSpc>
                <a:spcPct val="114000"/>
              </a:lnSpc>
              <a:buFont typeface="Arial" panose="020B0604020202020204" pitchFamily="34" charset="0"/>
              <a:buChar char="•"/>
            </a:pPr>
            <a:r>
              <a:rPr lang="en-GB" sz="1800" noProof="0" dirty="0">
                <a:solidFill>
                  <a:schemeClr val="tx2"/>
                </a:solidFill>
                <a:cs typeface="Arial"/>
              </a:rPr>
              <a:t>Gomez-Ortega et al. (2024) reported that wall thickness, nozzle temperature and infill density significantly influence the tensile properties of PA-CF, with porosity and interlayer bonding identified as the main factors governing tensile performance.</a:t>
            </a:r>
          </a:p>
          <a:p>
            <a:pPr marL="342900" indent="-342900">
              <a:lnSpc>
                <a:spcPct val="114000"/>
              </a:lnSpc>
              <a:buFont typeface="Arial" panose="020B0604020202020204" pitchFamily="34" charset="0"/>
              <a:buChar char="•"/>
            </a:pPr>
            <a:r>
              <a:rPr lang="en-GB" sz="1800" noProof="0" dirty="0">
                <a:solidFill>
                  <a:schemeClr val="tx2"/>
                </a:solidFill>
                <a:cs typeface="Arial"/>
              </a:rPr>
              <a:t>Jamal et al. (2024) concluded that layer height, nozzle diameter, print temperature, fibre orientation and infill design are the most influential printing parameters controlling the tensile behaviour of fibre-reinforced FDM composites.</a:t>
            </a:r>
          </a:p>
          <a:p>
            <a:pPr marL="342900" indent="-342900">
              <a:lnSpc>
                <a:spcPct val="114000"/>
              </a:lnSpc>
              <a:buFont typeface="Arial" panose="020B0604020202020204" pitchFamily="34" charset="0"/>
              <a:buChar char="•"/>
            </a:pPr>
            <a:r>
              <a:rPr lang="en-GB" sz="1800" noProof="0" dirty="0">
                <a:solidFill>
                  <a:schemeClr val="tx2"/>
                </a:solidFill>
                <a:cs typeface="Arial"/>
              </a:rPr>
              <a:t>Kargar and Ghasemi-</a:t>
            </a:r>
            <a:r>
              <a:rPr lang="en-GB" sz="1800" noProof="0" dirty="0" err="1">
                <a:solidFill>
                  <a:schemeClr val="tx2"/>
                </a:solidFill>
                <a:cs typeface="Arial"/>
              </a:rPr>
              <a:t>Ghalebahman</a:t>
            </a:r>
            <a:r>
              <a:rPr lang="en-GB" sz="1800" noProof="0" dirty="0">
                <a:solidFill>
                  <a:schemeClr val="tx2"/>
                </a:solidFill>
                <a:cs typeface="Arial"/>
              </a:rPr>
              <a:t> (2023) demonstrated that raster angle, infill density, nozzle diameter and layer thickness significantly affect the tensile strength and fatigue life of FDM-printed CF-PLA.</a:t>
            </a:r>
          </a:p>
        </p:txBody>
      </p:sp>
    </p:spTree>
    <p:extLst>
      <p:ext uri="{BB962C8B-B14F-4D97-AF65-F5344CB8AC3E}">
        <p14:creationId xmlns:p14="http://schemas.microsoft.com/office/powerpoint/2010/main" val="122960541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09B08C-B656-01DF-04EE-C83FC74E1B4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DC7C94F-9DAC-CC07-5C1C-AC9BDB39B926}"/>
              </a:ext>
            </a:extLst>
          </p:cNvPr>
          <p:cNvSpPr>
            <a:spLocks noGrp="1"/>
          </p:cNvSpPr>
          <p:nvPr>
            <p:ph type="title"/>
          </p:nvPr>
        </p:nvSpPr>
        <p:spPr>
          <a:xfrm>
            <a:off x="632014" y="189522"/>
            <a:ext cx="10515600" cy="1160883"/>
          </a:xfrm>
        </p:spPr>
        <p:txBody>
          <a:bodyPr>
            <a:normAutofit/>
          </a:bodyPr>
          <a:lstStyle/>
          <a:p>
            <a:r>
              <a:rPr lang="en-GB" sz="4800" noProof="0" dirty="0"/>
              <a:t>Background – key literature</a:t>
            </a:r>
          </a:p>
        </p:txBody>
      </p:sp>
      <p:sp>
        <p:nvSpPr>
          <p:cNvPr id="3" name="Text Placeholder 2">
            <a:extLst>
              <a:ext uri="{FF2B5EF4-FFF2-40B4-BE49-F238E27FC236}">
                <a16:creationId xmlns:a16="http://schemas.microsoft.com/office/drawing/2014/main" id="{C1D46CCA-CCED-D27A-87B5-11C62323D11B}"/>
              </a:ext>
            </a:extLst>
          </p:cNvPr>
          <p:cNvSpPr>
            <a:spLocks noGrp="1"/>
          </p:cNvSpPr>
          <p:nvPr>
            <p:ph type="body" idx="1"/>
          </p:nvPr>
        </p:nvSpPr>
        <p:spPr>
          <a:xfrm>
            <a:off x="632014" y="1569639"/>
            <a:ext cx="10515600" cy="4319884"/>
          </a:xfrm>
        </p:spPr>
        <p:txBody>
          <a:bodyPr vert="horz" lIns="91440" tIns="45720" rIns="91440" bIns="45720" rtlCol="0" anchor="t">
            <a:normAutofit lnSpcReduction="10000"/>
          </a:bodyPr>
          <a:lstStyle/>
          <a:p>
            <a:pPr marL="342900" indent="-342900">
              <a:lnSpc>
                <a:spcPct val="114000"/>
              </a:lnSpc>
              <a:buFont typeface="Arial" panose="020B0604020202020204" pitchFamily="34" charset="0"/>
              <a:buChar char="•"/>
            </a:pPr>
            <a:r>
              <a:rPr lang="en-GB" sz="1800" noProof="0" dirty="0">
                <a:solidFill>
                  <a:schemeClr val="tx2"/>
                </a:solidFill>
                <a:cs typeface="Arial"/>
              </a:rPr>
              <a:t>Rogelj et al. (2025) reported that layer height (0.2mm to 0.4mm) and perimeter wall count directly govern contact area and thermal bonding, significantly altering the tensile performance of FFF carbon </a:t>
            </a:r>
            <a:r>
              <a:rPr lang="en-GB" sz="1800" noProof="0" dirty="0" err="1">
                <a:solidFill>
                  <a:schemeClr val="tx2"/>
                </a:solidFill>
                <a:cs typeface="Arial"/>
              </a:rPr>
              <a:t>fiber</a:t>
            </a:r>
            <a:r>
              <a:rPr lang="en-GB" sz="1800" noProof="0" dirty="0">
                <a:solidFill>
                  <a:schemeClr val="tx2"/>
                </a:solidFill>
                <a:cs typeface="Arial"/>
              </a:rPr>
              <a:t> composites tested under ISO 527-2.</a:t>
            </a:r>
          </a:p>
          <a:p>
            <a:pPr marL="342900" indent="-342900">
              <a:lnSpc>
                <a:spcPct val="114000"/>
              </a:lnSpc>
              <a:buFont typeface="Arial" panose="020B0604020202020204" pitchFamily="34" charset="0"/>
              <a:buChar char="•"/>
            </a:pPr>
            <a:r>
              <a:rPr lang="en-GB" sz="1800" noProof="0" dirty="0" err="1">
                <a:solidFill>
                  <a:schemeClr val="tx2"/>
                </a:solidFill>
                <a:cs typeface="Arial"/>
              </a:rPr>
              <a:t>Megersa</a:t>
            </a:r>
            <a:r>
              <a:rPr lang="en-GB" sz="1800" noProof="0" dirty="0">
                <a:solidFill>
                  <a:schemeClr val="tx2"/>
                </a:solidFill>
                <a:cs typeface="Arial"/>
              </a:rPr>
              <a:t> et al. (2024) utilized (PLA) ISO 527-2 Type 5A </a:t>
            </a:r>
            <a:r>
              <a:rPr lang="en-GB" sz="1800" noProof="0" dirty="0" err="1">
                <a:solidFill>
                  <a:schemeClr val="tx2"/>
                </a:solidFill>
                <a:cs typeface="Arial"/>
              </a:rPr>
              <a:t>dogbone</a:t>
            </a:r>
            <a:r>
              <a:rPr lang="en-GB" sz="1800" noProof="0" dirty="0">
                <a:solidFill>
                  <a:schemeClr val="tx2"/>
                </a:solidFill>
                <a:cs typeface="Arial"/>
              </a:rPr>
              <a:t> specimens to evaluate how layer thickness, build orientation, and raster alignment dictate ultimate tensile strength and elastic modulus.</a:t>
            </a:r>
          </a:p>
          <a:p>
            <a:pPr marL="342900" indent="-342900">
              <a:lnSpc>
                <a:spcPct val="114000"/>
              </a:lnSpc>
              <a:buFont typeface="Arial" panose="020B0604020202020204" pitchFamily="34" charset="0"/>
              <a:buChar char="•"/>
            </a:pPr>
            <a:r>
              <a:rPr lang="en-GB" sz="1800" noProof="0" dirty="0" err="1">
                <a:solidFill>
                  <a:schemeClr val="tx2"/>
                </a:solidFill>
                <a:cs typeface="Arial"/>
              </a:rPr>
              <a:t>Szust</a:t>
            </a:r>
            <a:r>
              <a:rPr lang="en-GB" sz="1800" noProof="0" dirty="0">
                <a:solidFill>
                  <a:schemeClr val="tx2"/>
                </a:solidFill>
                <a:cs typeface="Arial"/>
              </a:rPr>
              <a:t> and Adamski (2022) </a:t>
            </a:r>
            <a:r>
              <a:rPr lang="en-GB" sz="1800" noProof="0" dirty="0" err="1">
                <a:solidFill>
                  <a:schemeClr val="tx2"/>
                </a:solidFill>
                <a:cs typeface="Arial"/>
              </a:rPr>
              <a:t>analyzed</a:t>
            </a:r>
            <a:r>
              <a:rPr lang="en-GB" sz="1800" noProof="0" dirty="0">
                <a:solidFill>
                  <a:schemeClr val="tx2"/>
                </a:solidFill>
                <a:cs typeface="Arial"/>
              </a:rPr>
              <a:t> FDM-printed PETG and PLA ISO 527-2 specimens across multiple build orientations, finding that reducing layer height from 0.24mm down to 0.12mm increases transverse Z-axis tensile strength by up to 71% due to enhanced interlayer adhesion. </a:t>
            </a:r>
          </a:p>
          <a:p>
            <a:pPr marL="342900" indent="-342900">
              <a:lnSpc>
                <a:spcPct val="114000"/>
              </a:lnSpc>
              <a:buFont typeface="Arial" panose="020B0604020202020204" pitchFamily="34" charset="0"/>
              <a:buChar char="•"/>
            </a:pPr>
            <a:r>
              <a:rPr lang="en-GB" sz="1800" noProof="0" dirty="0">
                <a:solidFill>
                  <a:schemeClr val="tx2"/>
                </a:solidFill>
                <a:cs typeface="Arial"/>
              </a:rPr>
              <a:t>Stojković et al. (2023) evaluated FDM 3D-printed PLA, PETG and PETGCF to </a:t>
            </a:r>
            <a:r>
              <a:rPr lang="en-GB" sz="1800" noProof="0" dirty="0" err="1">
                <a:solidFill>
                  <a:schemeClr val="tx2"/>
                </a:solidFill>
                <a:cs typeface="Arial"/>
              </a:rPr>
              <a:t>analyze</a:t>
            </a:r>
            <a:r>
              <a:rPr lang="en-GB" sz="1800" noProof="0" dirty="0">
                <a:solidFill>
                  <a:schemeClr val="tx2"/>
                </a:solidFill>
                <a:cs typeface="Arial"/>
              </a:rPr>
              <a:t> how varying layer height (0.1mm, 0.2mm and 0.3mm) affects tensile strength, proving that reducing layer thickness consistently increases tensile strength across all tested materials due to improved thermal diffusion and interlayer bonding.</a:t>
            </a:r>
          </a:p>
          <a:p>
            <a:pPr marL="342900" indent="-342900">
              <a:lnSpc>
                <a:spcPct val="114000"/>
              </a:lnSpc>
              <a:buFont typeface="Arial" panose="020B0604020202020204" pitchFamily="34" charset="0"/>
              <a:buChar char="•"/>
            </a:pPr>
            <a:endParaRPr lang="en-GB" sz="1800" noProof="0" dirty="0">
              <a:solidFill>
                <a:schemeClr val="tx2"/>
              </a:solidFill>
              <a:cs typeface="Arial"/>
            </a:endParaRPr>
          </a:p>
        </p:txBody>
      </p:sp>
    </p:spTree>
    <p:extLst>
      <p:ext uri="{BB962C8B-B14F-4D97-AF65-F5344CB8AC3E}">
        <p14:creationId xmlns:p14="http://schemas.microsoft.com/office/powerpoint/2010/main" val="397403000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6881BB-721E-B4AB-6416-42D79858E27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5A55199-A41D-DB2C-3A71-5E60A76080BF}"/>
              </a:ext>
            </a:extLst>
          </p:cNvPr>
          <p:cNvSpPr>
            <a:spLocks noGrp="1"/>
          </p:cNvSpPr>
          <p:nvPr>
            <p:ph type="title"/>
          </p:nvPr>
        </p:nvSpPr>
        <p:spPr>
          <a:xfrm>
            <a:off x="632014" y="189522"/>
            <a:ext cx="10515600" cy="1160883"/>
          </a:xfrm>
        </p:spPr>
        <p:txBody>
          <a:bodyPr>
            <a:normAutofit/>
          </a:bodyPr>
          <a:lstStyle/>
          <a:p>
            <a:r>
              <a:rPr lang="en-GB" sz="4800" noProof="0" dirty="0"/>
              <a:t>Background – key literature</a:t>
            </a:r>
          </a:p>
        </p:txBody>
      </p:sp>
      <p:sp>
        <p:nvSpPr>
          <p:cNvPr id="3" name="Text Placeholder 2">
            <a:extLst>
              <a:ext uri="{FF2B5EF4-FFF2-40B4-BE49-F238E27FC236}">
                <a16:creationId xmlns:a16="http://schemas.microsoft.com/office/drawing/2014/main" id="{5D73CBB0-2C8A-7832-F844-2AF443F1CE51}"/>
              </a:ext>
            </a:extLst>
          </p:cNvPr>
          <p:cNvSpPr>
            <a:spLocks noGrp="1"/>
          </p:cNvSpPr>
          <p:nvPr>
            <p:ph type="body" idx="1"/>
          </p:nvPr>
        </p:nvSpPr>
        <p:spPr>
          <a:xfrm>
            <a:off x="632014" y="1569639"/>
            <a:ext cx="10515600" cy="4319884"/>
          </a:xfrm>
        </p:spPr>
        <p:txBody>
          <a:bodyPr vert="horz" lIns="91440" tIns="45720" rIns="91440" bIns="45720" rtlCol="0" anchor="t">
            <a:normAutofit/>
          </a:bodyPr>
          <a:lstStyle/>
          <a:p>
            <a:pPr marL="342900" indent="-342900">
              <a:lnSpc>
                <a:spcPct val="114000"/>
              </a:lnSpc>
              <a:buFont typeface="Arial" panose="020B0604020202020204" pitchFamily="34" charset="0"/>
              <a:buChar char="•"/>
            </a:pPr>
            <a:r>
              <a:rPr lang="en-GB" sz="1800" noProof="0" dirty="0">
                <a:solidFill>
                  <a:schemeClr val="tx2"/>
                </a:solidFill>
                <a:cs typeface="Arial"/>
              </a:rPr>
              <a:t>Ekşi and Karakaya (2025) investigated FDM of PLA specimens printed according to ISO 527-2 Type B, proving that infill percentage is the most dominant factor for tensile strength whereas layer thickness (0.2mm to 0.6mm) controls maximum elongation at break. </a:t>
            </a:r>
          </a:p>
          <a:p>
            <a:pPr marL="342900" indent="-342900">
              <a:lnSpc>
                <a:spcPct val="114000"/>
              </a:lnSpc>
              <a:buFont typeface="Arial" panose="020B0604020202020204" pitchFamily="34" charset="0"/>
              <a:buChar char="•"/>
            </a:pPr>
            <a:r>
              <a:rPr lang="en-GB" sz="1800" noProof="0" dirty="0">
                <a:solidFill>
                  <a:schemeClr val="tx2"/>
                </a:solidFill>
                <a:cs typeface="Arial"/>
              </a:rPr>
              <a:t>Szykiedans et al. (2017) evaluated FDM-printed neat PETG and Glass Fiber-reinforced PETG (Z-GLASS) comparing standard ISO 527-2 Type 1A and Type 5A </a:t>
            </a:r>
            <a:r>
              <a:rPr lang="en-GB" sz="1800" noProof="0" dirty="0" err="1">
                <a:solidFill>
                  <a:schemeClr val="tx2"/>
                </a:solidFill>
                <a:cs typeface="Arial"/>
              </a:rPr>
              <a:t>dogbones</a:t>
            </a:r>
            <a:r>
              <a:rPr lang="en-GB" sz="1800" noProof="0" dirty="0">
                <a:solidFill>
                  <a:schemeClr val="tx2"/>
                </a:solidFill>
                <a:cs typeface="Arial"/>
              </a:rPr>
              <a:t>, demonstrating that upright (Z-axis) orientation suffers severe inter-layer delamination, whereas flat orientation captures full tensile modulus and raster-alignment effects. </a:t>
            </a:r>
          </a:p>
          <a:p>
            <a:pPr marL="342900" indent="-342900">
              <a:lnSpc>
                <a:spcPct val="114000"/>
              </a:lnSpc>
              <a:buFont typeface="Arial" panose="020B0604020202020204" pitchFamily="34" charset="0"/>
              <a:buChar char="•"/>
            </a:pPr>
            <a:r>
              <a:rPr lang="en-GB" sz="1800" noProof="0" dirty="0" err="1">
                <a:solidFill>
                  <a:schemeClr val="tx2"/>
                </a:solidFill>
                <a:cs typeface="Arial"/>
              </a:rPr>
              <a:t>Albaşkara</a:t>
            </a:r>
            <a:r>
              <a:rPr lang="en-GB" sz="1800" noProof="0" dirty="0">
                <a:solidFill>
                  <a:schemeClr val="tx2"/>
                </a:solidFill>
                <a:cs typeface="Arial"/>
              </a:rPr>
              <a:t> and Yıldız (2025) showed that vertical build orientation causes material-dependent failure under Z-axis tension: PLA exhibits brittle inter-layer failure, ABS loses strength and PETG shows superior inter-layer fusion, achieving peak ductility and high strength. </a:t>
            </a:r>
          </a:p>
        </p:txBody>
      </p:sp>
    </p:spTree>
    <p:extLst>
      <p:ext uri="{BB962C8B-B14F-4D97-AF65-F5344CB8AC3E}">
        <p14:creationId xmlns:p14="http://schemas.microsoft.com/office/powerpoint/2010/main" val="194895435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BEF8C4-0CF7-AE2B-9959-0EE7301D734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6BE1443-89D3-6F75-93C8-B332F8387294}"/>
              </a:ext>
            </a:extLst>
          </p:cNvPr>
          <p:cNvSpPr>
            <a:spLocks noGrp="1"/>
          </p:cNvSpPr>
          <p:nvPr>
            <p:ph type="title"/>
          </p:nvPr>
        </p:nvSpPr>
        <p:spPr>
          <a:xfrm>
            <a:off x="632014" y="189522"/>
            <a:ext cx="10515600" cy="1160883"/>
          </a:xfrm>
        </p:spPr>
        <p:txBody>
          <a:bodyPr>
            <a:normAutofit/>
          </a:bodyPr>
          <a:lstStyle/>
          <a:p>
            <a:r>
              <a:rPr lang="en-GB" sz="4800" noProof="0" dirty="0"/>
              <a:t>Background – key literature</a:t>
            </a:r>
          </a:p>
        </p:txBody>
      </p:sp>
      <p:sp>
        <p:nvSpPr>
          <p:cNvPr id="3" name="Text Placeholder 2">
            <a:extLst>
              <a:ext uri="{FF2B5EF4-FFF2-40B4-BE49-F238E27FC236}">
                <a16:creationId xmlns:a16="http://schemas.microsoft.com/office/drawing/2014/main" id="{A78DCF37-F083-FA51-0525-9BC455237457}"/>
              </a:ext>
            </a:extLst>
          </p:cNvPr>
          <p:cNvSpPr>
            <a:spLocks noGrp="1"/>
          </p:cNvSpPr>
          <p:nvPr>
            <p:ph type="body" idx="1"/>
          </p:nvPr>
        </p:nvSpPr>
        <p:spPr>
          <a:xfrm>
            <a:off x="632014" y="1569639"/>
            <a:ext cx="10515600" cy="4319884"/>
          </a:xfrm>
        </p:spPr>
        <p:txBody>
          <a:bodyPr vert="horz" lIns="91440" tIns="45720" rIns="91440" bIns="45720" rtlCol="0" anchor="t">
            <a:normAutofit/>
          </a:bodyPr>
          <a:lstStyle/>
          <a:p>
            <a:pPr marL="342900" indent="-342900">
              <a:lnSpc>
                <a:spcPct val="114000"/>
              </a:lnSpc>
              <a:buFont typeface="Arial" panose="020B0604020202020204" pitchFamily="34" charset="0"/>
              <a:buChar char="•"/>
            </a:pPr>
            <a:r>
              <a:rPr lang="en-GB" sz="1800" noProof="0" dirty="0">
                <a:solidFill>
                  <a:schemeClr val="tx2"/>
                </a:solidFill>
                <a:cs typeface="Arial"/>
              </a:rPr>
              <a:t>Ahn et al. (2002) investigated the anisotropic behaviour of FDM-manufactured ABS components, demonstrating that raster orientation and build direction significantly influence tensile performance due to the directional deposition of material and inter-layer bonding characteristics.</a:t>
            </a:r>
          </a:p>
          <a:p>
            <a:pPr marL="342900" indent="-342900">
              <a:lnSpc>
                <a:spcPct val="114000"/>
              </a:lnSpc>
              <a:buFont typeface="Arial" panose="020B0604020202020204" pitchFamily="34" charset="0"/>
              <a:buChar char="•"/>
            </a:pPr>
            <a:r>
              <a:rPr lang="en-GB" sz="1800" noProof="0" dirty="0">
                <a:solidFill>
                  <a:schemeClr val="tx2"/>
                </a:solidFill>
                <a:cs typeface="Arial"/>
              </a:rPr>
              <a:t>Torrado Perez et al. (2014) evaluated tensile specimens manufactured in different print orientations and showed that build orientation strongly affects mechanical properties and fracture behaviour, with orientation-dependent anisotropy observed in strength, ductility and failure mechanisms.</a:t>
            </a:r>
          </a:p>
          <a:p>
            <a:pPr marL="342900" indent="-342900">
              <a:lnSpc>
                <a:spcPct val="114000"/>
              </a:lnSpc>
              <a:buFont typeface="Arial" panose="020B0604020202020204" pitchFamily="34" charset="0"/>
              <a:buChar char="•"/>
            </a:pPr>
            <a:r>
              <a:rPr lang="en-GB" sz="1800" noProof="0" dirty="0">
                <a:solidFill>
                  <a:schemeClr val="tx2"/>
                </a:solidFill>
                <a:cs typeface="Arial"/>
              </a:rPr>
              <a:t>Domingo-Espin et al. (2015) characterised FDM-printed polycarbonate specimens produced in multiple build orientations, confirming that part orientation is one of the most significant factors affecting mechanical behaviour, stiffness and strength due to the anisotropic nature of layer-by-layer fabrication.</a:t>
            </a:r>
          </a:p>
        </p:txBody>
      </p:sp>
    </p:spTree>
    <p:extLst>
      <p:ext uri="{BB962C8B-B14F-4D97-AF65-F5344CB8AC3E}">
        <p14:creationId xmlns:p14="http://schemas.microsoft.com/office/powerpoint/2010/main" val="113629193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32014" y="189522"/>
            <a:ext cx="10515600" cy="1160883"/>
          </a:xfrm>
        </p:spPr>
        <p:txBody>
          <a:bodyPr>
            <a:normAutofit/>
          </a:bodyPr>
          <a:lstStyle/>
          <a:p>
            <a:r>
              <a:rPr lang="en-GB" sz="4800" noProof="0" dirty="0"/>
              <a:t>Background – the gap</a:t>
            </a:r>
          </a:p>
        </p:txBody>
      </p:sp>
      <p:sp>
        <p:nvSpPr>
          <p:cNvPr id="3" name="Text Placeholder 2"/>
          <p:cNvSpPr>
            <a:spLocks noGrp="1"/>
          </p:cNvSpPr>
          <p:nvPr>
            <p:ph type="body" idx="1"/>
          </p:nvPr>
        </p:nvSpPr>
        <p:spPr>
          <a:xfrm>
            <a:off x="632014" y="1608969"/>
            <a:ext cx="10515600" cy="4142902"/>
          </a:xfrm>
        </p:spPr>
        <p:txBody>
          <a:bodyPr vert="horz" lIns="91440" tIns="45720" rIns="91440" bIns="45720" rtlCol="0" anchor="t">
            <a:normAutofit/>
          </a:bodyPr>
          <a:lstStyle/>
          <a:p>
            <a:pPr marL="285750" indent="-285750">
              <a:lnSpc>
                <a:spcPct val="114000"/>
              </a:lnSpc>
              <a:buFont typeface="Arial" panose="020B0604020202020204" pitchFamily="34" charset="0"/>
              <a:buChar char="•"/>
            </a:pPr>
            <a:r>
              <a:rPr lang="en-GB" sz="1800" noProof="0" dirty="0">
                <a:solidFill>
                  <a:schemeClr val="tx2"/>
                </a:solidFill>
              </a:rPr>
              <a:t>Previous studies on PETG and CF-PETG have focused mainly on print temperature, speed, and layer height, with limited attention given to K value.</a:t>
            </a:r>
          </a:p>
          <a:p>
            <a:pPr marL="285750" indent="-285750">
              <a:lnSpc>
                <a:spcPct val="114000"/>
              </a:lnSpc>
              <a:buFont typeface="Arial" panose="020B0604020202020204" pitchFamily="34" charset="0"/>
              <a:buChar char="•"/>
            </a:pPr>
            <a:r>
              <a:rPr lang="en-GB" sz="1800" noProof="0" dirty="0">
                <a:solidFill>
                  <a:schemeClr val="tx2"/>
                </a:solidFill>
              </a:rPr>
              <a:t>Carbon fibre reinforcement alters melt viscosity and extrusion behaviour, suggesting that a different optimum K value may be required compared with neat PETG; however, this has not been experimentally validated.</a:t>
            </a:r>
          </a:p>
          <a:p>
            <a:pPr marL="285750" indent="-285750">
              <a:lnSpc>
                <a:spcPct val="114000"/>
              </a:lnSpc>
              <a:buFont typeface="Arial" panose="020B0604020202020204" pitchFamily="34" charset="0"/>
              <a:buChar char="•"/>
            </a:pPr>
            <a:r>
              <a:rPr lang="en-GB" sz="1800" noProof="0" dirty="0">
                <a:solidFill>
                  <a:schemeClr val="tx2"/>
                </a:solidFill>
              </a:rPr>
              <a:t>The mechanical effects of under-extrusion and over-extrusion on tensile performance remain unquantified.</a:t>
            </a:r>
          </a:p>
          <a:p>
            <a:pPr marL="285750" indent="-285750">
              <a:lnSpc>
                <a:spcPct val="114000"/>
              </a:lnSpc>
              <a:buFont typeface="Arial" panose="020B0604020202020204" pitchFamily="34" charset="0"/>
              <a:buChar char="•"/>
            </a:pPr>
            <a:r>
              <a:rPr lang="en-GB" sz="1800" noProof="0" dirty="0">
                <a:solidFill>
                  <a:schemeClr val="tx2"/>
                </a:solidFill>
              </a:rPr>
              <a:t>This project addresses the gap by evaluating four K values for PETG and CF-PETG using ISO 527-2 tensile specimens to identify the optimum K value for each material.</a:t>
            </a:r>
          </a:p>
        </p:txBody>
      </p:sp>
    </p:spTree>
    <p:extLst>
      <p:ext uri="{BB962C8B-B14F-4D97-AF65-F5344CB8AC3E}">
        <p14:creationId xmlns:p14="http://schemas.microsoft.com/office/powerpoint/2010/main" val="1483088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41FC0E-08BA-89F8-0B22-33137007E05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C4375F0-3256-F02D-CE47-53F7F2E6CFC7}"/>
              </a:ext>
            </a:extLst>
          </p:cNvPr>
          <p:cNvSpPr>
            <a:spLocks noGrp="1"/>
          </p:cNvSpPr>
          <p:nvPr>
            <p:ph type="title"/>
          </p:nvPr>
        </p:nvSpPr>
        <p:spPr>
          <a:xfrm>
            <a:off x="632014" y="189522"/>
            <a:ext cx="10515600" cy="1160883"/>
          </a:xfrm>
        </p:spPr>
        <p:txBody>
          <a:bodyPr>
            <a:normAutofit/>
          </a:bodyPr>
          <a:lstStyle/>
          <a:p>
            <a:r>
              <a:rPr lang="en-GB" sz="4800" noProof="0" dirty="0"/>
              <a:t>Background – the gap</a:t>
            </a:r>
          </a:p>
        </p:txBody>
      </p:sp>
      <p:sp>
        <p:nvSpPr>
          <p:cNvPr id="3" name="Text Placeholder 2">
            <a:extLst>
              <a:ext uri="{FF2B5EF4-FFF2-40B4-BE49-F238E27FC236}">
                <a16:creationId xmlns:a16="http://schemas.microsoft.com/office/drawing/2014/main" id="{3D360AD6-8232-3CB5-9BED-4716F6956745}"/>
              </a:ext>
            </a:extLst>
          </p:cNvPr>
          <p:cNvSpPr>
            <a:spLocks noGrp="1"/>
          </p:cNvSpPr>
          <p:nvPr>
            <p:ph type="body" idx="1"/>
          </p:nvPr>
        </p:nvSpPr>
        <p:spPr>
          <a:xfrm>
            <a:off x="632014" y="1608969"/>
            <a:ext cx="10515600" cy="4142902"/>
          </a:xfrm>
        </p:spPr>
        <p:txBody>
          <a:bodyPr vert="horz" lIns="91440" tIns="45720" rIns="91440" bIns="45720" rtlCol="0" anchor="t">
            <a:normAutofit/>
          </a:bodyPr>
          <a:lstStyle/>
          <a:p>
            <a:pPr marL="285750" indent="-285750">
              <a:lnSpc>
                <a:spcPct val="114000"/>
              </a:lnSpc>
              <a:buFont typeface="Arial" panose="020B0604020202020204" pitchFamily="34" charset="0"/>
              <a:buChar char="•"/>
            </a:pPr>
            <a:r>
              <a:rPr lang="en-GB" sz="1800" noProof="0" dirty="0">
                <a:solidFill>
                  <a:schemeClr val="tx2"/>
                </a:solidFill>
              </a:rPr>
              <a:t>Recent studies have primarily examined surface characteristics in PETG and tensile properties in CF-PETG. As a result, the influence of flow rate on void formation and mechanical performance in CF-PETG remains unclear.</a:t>
            </a:r>
          </a:p>
          <a:p>
            <a:pPr marL="285750" indent="-285750">
              <a:lnSpc>
                <a:spcPct val="114000"/>
              </a:lnSpc>
              <a:buFont typeface="Arial" panose="020B0604020202020204" pitchFamily="34" charset="0"/>
              <a:buChar char="•"/>
            </a:pPr>
            <a:r>
              <a:rPr lang="en-GB" sz="1800" noProof="0" dirty="0">
                <a:solidFill>
                  <a:schemeClr val="tx2"/>
                </a:solidFill>
              </a:rPr>
              <a:t>Studies have also shown that increasing flow rate can improve interlayer bonding and reduce porosity; however, excessive flow may lead to dimensional inaccuracies and surface defects.</a:t>
            </a:r>
          </a:p>
          <a:p>
            <a:pPr marL="285750" indent="-285750">
              <a:lnSpc>
                <a:spcPct val="114000"/>
              </a:lnSpc>
              <a:buFont typeface="Arial" panose="020B0604020202020204" pitchFamily="34" charset="0"/>
              <a:buChar char="•"/>
            </a:pPr>
            <a:r>
              <a:rPr lang="en-GB" sz="1800" noProof="0" dirty="0">
                <a:solidFill>
                  <a:schemeClr val="tx2"/>
                </a:solidFill>
              </a:rPr>
              <a:t>Furthermore, no reviewed study has directly compared neat PETG and CF-PETG under identical flow-rate (K-value) conditions.</a:t>
            </a:r>
          </a:p>
        </p:txBody>
      </p:sp>
    </p:spTree>
    <p:extLst>
      <p:ext uri="{BB962C8B-B14F-4D97-AF65-F5344CB8AC3E}">
        <p14:creationId xmlns:p14="http://schemas.microsoft.com/office/powerpoint/2010/main" val="418516806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E8B961-32B5-0B0F-A8A6-2D3D74D75A0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000C077-BA6C-C1A2-CD0F-60B6DC4D0EC9}"/>
              </a:ext>
            </a:extLst>
          </p:cNvPr>
          <p:cNvSpPr>
            <a:spLocks noGrp="1"/>
          </p:cNvSpPr>
          <p:nvPr>
            <p:ph type="title"/>
          </p:nvPr>
        </p:nvSpPr>
        <p:spPr>
          <a:xfrm>
            <a:off x="632014" y="189522"/>
            <a:ext cx="10515600" cy="1160883"/>
          </a:xfrm>
        </p:spPr>
        <p:txBody>
          <a:bodyPr>
            <a:normAutofit/>
          </a:bodyPr>
          <a:lstStyle/>
          <a:p>
            <a:r>
              <a:rPr lang="en-GB" sz="4800" noProof="0" dirty="0"/>
              <a:t>Background – the gap</a:t>
            </a:r>
          </a:p>
        </p:txBody>
      </p:sp>
      <p:sp>
        <p:nvSpPr>
          <p:cNvPr id="3" name="Text Placeholder 2">
            <a:extLst>
              <a:ext uri="{FF2B5EF4-FFF2-40B4-BE49-F238E27FC236}">
                <a16:creationId xmlns:a16="http://schemas.microsoft.com/office/drawing/2014/main" id="{24E671C2-90C2-C268-EC34-2B40D42A24B9}"/>
              </a:ext>
            </a:extLst>
          </p:cNvPr>
          <p:cNvSpPr>
            <a:spLocks noGrp="1"/>
          </p:cNvSpPr>
          <p:nvPr>
            <p:ph type="body" idx="1"/>
          </p:nvPr>
        </p:nvSpPr>
        <p:spPr>
          <a:xfrm>
            <a:off x="632014" y="1608969"/>
            <a:ext cx="10515600" cy="4142902"/>
          </a:xfrm>
        </p:spPr>
        <p:txBody>
          <a:bodyPr vert="horz" lIns="91440" tIns="45720" rIns="91440" bIns="45720" rtlCol="0" anchor="t">
            <a:normAutofit/>
          </a:bodyPr>
          <a:lstStyle/>
          <a:p>
            <a:pPr marL="285750" indent="-285750">
              <a:lnSpc>
                <a:spcPct val="114000"/>
              </a:lnSpc>
              <a:buFont typeface="Arial" panose="020B0604020202020204" pitchFamily="34" charset="0"/>
              <a:buChar char="•"/>
            </a:pPr>
            <a:r>
              <a:rPr lang="en-GB" sz="1800" noProof="0" dirty="0">
                <a:solidFill>
                  <a:schemeClr val="tx2"/>
                </a:solidFill>
              </a:rPr>
              <a:t>Recent studies have demonstrated that wall thickness, raster angle, infill density, nozzle diameter and printing temperature significantly influence the tensile behaviour of FDM-printed carbon fibre-reinforced composites.</a:t>
            </a:r>
          </a:p>
          <a:p>
            <a:pPr marL="285750" indent="-285750">
              <a:lnSpc>
                <a:spcPct val="114000"/>
              </a:lnSpc>
              <a:buFont typeface="Arial" panose="020B0604020202020204" pitchFamily="34" charset="0"/>
              <a:buChar char="•"/>
            </a:pPr>
            <a:r>
              <a:rPr lang="en-GB" sz="1800" noProof="0" dirty="0">
                <a:solidFill>
                  <a:schemeClr val="tx2"/>
                </a:solidFill>
              </a:rPr>
              <a:t>The reviewed papers investigate combinations of printing parameters, such as raster angle, wall thickness, infill density and nozzle temperature, making it difficult to identify the individual effect of a single parameter on tensile performance.</a:t>
            </a:r>
          </a:p>
        </p:txBody>
      </p:sp>
    </p:spTree>
    <p:extLst>
      <p:ext uri="{BB962C8B-B14F-4D97-AF65-F5344CB8AC3E}">
        <p14:creationId xmlns:p14="http://schemas.microsoft.com/office/powerpoint/2010/main" val="378507266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85B80C-CF79-E823-FDC2-8013B9EDCC1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44D03AD-EBCB-FA49-9FEF-18C451EB4CCA}"/>
              </a:ext>
            </a:extLst>
          </p:cNvPr>
          <p:cNvSpPr>
            <a:spLocks noGrp="1"/>
          </p:cNvSpPr>
          <p:nvPr>
            <p:ph type="title"/>
          </p:nvPr>
        </p:nvSpPr>
        <p:spPr>
          <a:xfrm>
            <a:off x="632014" y="189522"/>
            <a:ext cx="10515600" cy="1160883"/>
          </a:xfrm>
        </p:spPr>
        <p:txBody>
          <a:bodyPr>
            <a:normAutofit/>
          </a:bodyPr>
          <a:lstStyle/>
          <a:p>
            <a:r>
              <a:rPr lang="en-GB" sz="4800" noProof="0" dirty="0"/>
              <a:t>Background – the gap</a:t>
            </a:r>
          </a:p>
        </p:txBody>
      </p:sp>
      <p:sp>
        <p:nvSpPr>
          <p:cNvPr id="3" name="Text Placeholder 2">
            <a:extLst>
              <a:ext uri="{FF2B5EF4-FFF2-40B4-BE49-F238E27FC236}">
                <a16:creationId xmlns:a16="http://schemas.microsoft.com/office/drawing/2014/main" id="{1C90679C-AAC3-1C6A-AF61-36AEFD483257}"/>
              </a:ext>
            </a:extLst>
          </p:cNvPr>
          <p:cNvSpPr>
            <a:spLocks noGrp="1"/>
          </p:cNvSpPr>
          <p:nvPr>
            <p:ph type="body" idx="1"/>
          </p:nvPr>
        </p:nvSpPr>
        <p:spPr>
          <a:xfrm>
            <a:off x="632014" y="1608969"/>
            <a:ext cx="10515600" cy="4142902"/>
          </a:xfrm>
        </p:spPr>
        <p:txBody>
          <a:bodyPr vert="horz" lIns="91440" tIns="45720" rIns="91440" bIns="45720" rtlCol="0" anchor="t">
            <a:normAutofit/>
          </a:bodyPr>
          <a:lstStyle/>
          <a:p>
            <a:pPr marL="285750" indent="-285750">
              <a:lnSpc>
                <a:spcPct val="114000"/>
              </a:lnSpc>
              <a:buFont typeface="Arial" panose="020B0604020202020204" pitchFamily="34" charset="0"/>
              <a:buChar char="•"/>
            </a:pPr>
            <a:r>
              <a:rPr lang="en-GB" sz="1800" noProof="0" dirty="0">
                <a:solidFill>
                  <a:schemeClr val="tx2"/>
                </a:solidFill>
              </a:rPr>
              <a:t>While prior literature extensively evaluates how layer thickness, build orientation, and perimeter counts influence mechanical strength, these works </a:t>
            </a:r>
            <a:r>
              <a:rPr lang="en-GB" sz="1800" noProof="0" dirty="0" err="1">
                <a:solidFill>
                  <a:schemeClr val="tx2"/>
                </a:solidFill>
              </a:rPr>
              <a:t>analyze</a:t>
            </a:r>
            <a:r>
              <a:rPr lang="en-GB" sz="1800" noProof="0" dirty="0">
                <a:solidFill>
                  <a:schemeClr val="tx2"/>
                </a:solidFill>
              </a:rPr>
              <a:t> variables independently or focus on isolated parameters without a unified comparative framework.</a:t>
            </a:r>
          </a:p>
          <a:p>
            <a:pPr marL="285750" indent="-285750">
              <a:lnSpc>
                <a:spcPct val="114000"/>
              </a:lnSpc>
              <a:buFont typeface="Arial" panose="020B0604020202020204" pitchFamily="34" charset="0"/>
              <a:buChar char="•"/>
            </a:pPr>
            <a:r>
              <a:rPr lang="en-GB" sz="1800" noProof="0" dirty="0">
                <a:solidFill>
                  <a:schemeClr val="tx2"/>
                </a:solidFill>
              </a:rPr>
              <a:t>Furthermore, while existing research provides valuable tensile data on standardized </a:t>
            </a:r>
            <a:r>
              <a:rPr lang="en-GB" sz="1800" noProof="0" dirty="0" err="1">
                <a:solidFill>
                  <a:schemeClr val="tx2"/>
                </a:solidFill>
              </a:rPr>
              <a:t>dogbone</a:t>
            </a:r>
            <a:r>
              <a:rPr lang="en-GB" sz="1800" noProof="0" dirty="0">
                <a:solidFill>
                  <a:schemeClr val="tx2"/>
                </a:solidFill>
              </a:rPr>
              <a:t> specimens for neat thermoplastics, there remains a distinct absence of literature directly comparing how volumetric flow rate adjustments and material reinforcement interact under identical testing conditions.</a:t>
            </a:r>
          </a:p>
        </p:txBody>
      </p:sp>
    </p:spTree>
    <p:extLst>
      <p:ext uri="{BB962C8B-B14F-4D97-AF65-F5344CB8AC3E}">
        <p14:creationId xmlns:p14="http://schemas.microsoft.com/office/powerpoint/2010/main" val="415839178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32014" y="189522"/>
            <a:ext cx="10515600" cy="1160883"/>
          </a:xfrm>
        </p:spPr>
        <p:txBody>
          <a:bodyPr>
            <a:normAutofit/>
          </a:bodyPr>
          <a:lstStyle/>
          <a:p>
            <a:r>
              <a:rPr lang="en-GB" sz="4800" noProof="0" dirty="0"/>
              <a:t>Progress to date</a:t>
            </a:r>
          </a:p>
        </p:txBody>
      </p:sp>
      <p:sp>
        <p:nvSpPr>
          <p:cNvPr id="3" name="Text Placeholder 2"/>
          <p:cNvSpPr>
            <a:spLocks noGrp="1"/>
          </p:cNvSpPr>
          <p:nvPr>
            <p:ph type="body" idx="1"/>
          </p:nvPr>
        </p:nvSpPr>
        <p:spPr>
          <a:xfrm>
            <a:off x="632014" y="1549974"/>
            <a:ext cx="10515600" cy="4251058"/>
          </a:xfrm>
        </p:spPr>
        <p:txBody>
          <a:bodyPr vert="horz" lIns="91440" tIns="45720" rIns="91440" bIns="45720" rtlCol="0" anchor="t">
            <a:noAutofit/>
          </a:bodyPr>
          <a:lstStyle/>
          <a:p>
            <a:pPr marL="342900" indent="-342900">
              <a:lnSpc>
                <a:spcPct val="114000"/>
              </a:lnSpc>
              <a:buFont typeface="Arial" panose="020B0604020202020204" pitchFamily="34" charset="0"/>
              <a:buChar char="•"/>
            </a:pPr>
            <a:r>
              <a:rPr lang="en-GB" sz="1800" noProof="0" dirty="0">
                <a:solidFill>
                  <a:schemeClr val="tx2"/>
                </a:solidFill>
              </a:rPr>
              <a:t>Initial supervisor and co-supervisor meetings completed, establishing the project scope and experimental test matrix (56 specimens: 4 K values × 7 repeats × 2 materials).</a:t>
            </a:r>
          </a:p>
          <a:p>
            <a:pPr marL="342900" indent="-342900">
              <a:lnSpc>
                <a:spcPct val="114000"/>
              </a:lnSpc>
              <a:buFont typeface="Arial" panose="020B0604020202020204" pitchFamily="34" charset="0"/>
              <a:buChar char="•"/>
            </a:pPr>
            <a:r>
              <a:rPr lang="en-GB" sz="1800" noProof="0" dirty="0">
                <a:solidFill>
                  <a:schemeClr val="tx2"/>
                </a:solidFill>
              </a:rPr>
              <a:t>ISO 527-2 Type 5A selected as the specimen standard for tensile testing, enabling direct comparison with published literature.</a:t>
            </a:r>
          </a:p>
          <a:p>
            <a:pPr marL="342900" indent="-342900">
              <a:lnSpc>
                <a:spcPct val="114000"/>
              </a:lnSpc>
              <a:buFont typeface="Arial" panose="020B0604020202020204" pitchFamily="34" charset="0"/>
              <a:buChar char="•"/>
            </a:pPr>
            <a:r>
              <a:rPr lang="en-GB" sz="1800" noProof="0" dirty="0">
                <a:solidFill>
                  <a:schemeClr val="tx2"/>
                </a:solidFill>
              </a:rPr>
              <a:t>Risk assessment submitted and approved by the School Health &amp; Safety Coordinator.</a:t>
            </a:r>
          </a:p>
          <a:p>
            <a:pPr marL="342900" indent="-342900">
              <a:lnSpc>
                <a:spcPct val="114000"/>
              </a:lnSpc>
              <a:buFont typeface="Arial" panose="020B0604020202020204" pitchFamily="34" charset="0"/>
              <a:buChar char="•"/>
            </a:pPr>
            <a:r>
              <a:rPr lang="en-GB" sz="1800" noProof="0" dirty="0">
                <a:solidFill>
                  <a:schemeClr val="tx2"/>
                </a:solidFill>
              </a:rPr>
              <a:t>Material requisition approved for PETG and CF-PETG Carbon-P, both 2.85 mm filament for the Ultimaker S5; delivery confirmation pending.</a:t>
            </a:r>
          </a:p>
          <a:p>
            <a:pPr marL="342900" indent="-342900">
              <a:lnSpc>
                <a:spcPct val="114000"/>
              </a:lnSpc>
              <a:buFont typeface="Arial" panose="020B0604020202020204" pitchFamily="34" charset="0"/>
              <a:buChar char="•"/>
            </a:pPr>
            <a:r>
              <a:rPr lang="en-GB" sz="1800" noProof="0" dirty="0">
                <a:solidFill>
                  <a:schemeClr val="tx2"/>
                </a:solidFill>
              </a:rPr>
              <a:t>Meeting completed with laboratory technician to discuss Ultimaker Cura, Ultimaker S5 operation, material requirements, and specimen manufacturing procedures.</a:t>
            </a:r>
          </a:p>
        </p:txBody>
      </p:sp>
    </p:spTree>
    <p:extLst>
      <p:ext uri="{BB962C8B-B14F-4D97-AF65-F5344CB8AC3E}">
        <p14:creationId xmlns:p14="http://schemas.microsoft.com/office/powerpoint/2010/main" val="74666909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0CC2D1-391D-89C0-162B-FF8B38F102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6688D9D-1507-DD72-3629-F05398174B16}"/>
              </a:ext>
            </a:extLst>
          </p:cNvPr>
          <p:cNvSpPr>
            <a:spLocks noGrp="1"/>
          </p:cNvSpPr>
          <p:nvPr>
            <p:ph type="title"/>
          </p:nvPr>
        </p:nvSpPr>
        <p:spPr>
          <a:xfrm>
            <a:off x="632014" y="189522"/>
            <a:ext cx="10515600" cy="1160883"/>
          </a:xfrm>
        </p:spPr>
        <p:txBody>
          <a:bodyPr>
            <a:normAutofit/>
          </a:bodyPr>
          <a:lstStyle/>
          <a:p>
            <a:r>
              <a:rPr lang="en-GB" sz="4800" noProof="0" dirty="0"/>
              <a:t>Progress to date</a:t>
            </a:r>
          </a:p>
        </p:txBody>
      </p:sp>
      <p:sp>
        <p:nvSpPr>
          <p:cNvPr id="3" name="Text Placeholder 2">
            <a:extLst>
              <a:ext uri="{FF2B5EF4-FFF2-40B4-BE49-F238E27FC236}">
                <a16:creationId xmlns:a16="http://schemas.microsoft.com/office/drawing/2014/main" id="{01306A36-1AB5-EC03-73A3-BB489A560E6F}"/>
              </a:ext>
            </a:extLst>
          </p:cNvPr>
          <p:cNvSpPr>
            <a:spLocks noGrp="1"/>
          </p:cNvSpPr>
          <p:nvPr>
            <p:ph type="body" idx="1"/>
          </p:nvPr>
        </p:nvSpPr>
        <p:spPr>
          <a:xfrm>
            <a:off x="632014" y="1549974"/>
            <a:ext cx="10515600" cy="4251058"/>
          </a:xfrm>
        </p:spPr>
        <p:txBody>
          <a:bodyPr vert="horz" lIns="91440" tIns="45720" rIns="91440" bIns="45720" rtlCol="0" anchor="t">
            <a:noAutofit/>
          </a:bodyPr>
          <a:lstStyle/>
          <a:p>
            <a:pPr marL="342900" indent="-342900">
              <a:lnSpc>
                <a:spcPct val="114000"/>
              </a:lnSpc>
              <a:buFont typeface="Arial" panose="020B0604020202020204" pitchFamily="34" charset="0"/>
              <a:buChar char="•"/>
            </a:pPr>
            <a:r>
              <a:rPr lang="en-GB" sz="1800" noProof="0" dirty="0">
                <a:solidFill>
                  <a:schemeClr val="tx2"/>
                </a:solidFill>
              </a:rPr>
              <a:t>Submitted and approved the manufacturing requisition form.</a:t>
            </a:r>
          </a:p>
          <a:p>
            <a:pPr marL="342900" indent="-342900">
              <a:lnSpc>
                <a:spcPct val="114000"/>
              </a:lnSpc>
              <a:buFont typeface="Arial" panose="020B0604020202020204" pitchFamily="34" charset="0"/>
              <a:buChar char="•"/>
            </a:pPr>
            <a:r>
              <a:rPr lang="en-GB" sz="1800" noProof="0" dirty="0">
                <a:solidFill>
                  <a:schemeClr val="tx2"/>
                </a:solidFill>
              </a:rPr>
              <a:t>Received and collected the PETG and CF-PETG filaments, handed them over to Troy for drying.</a:t>
            </a:r>
          </a:p>
          <a:p>
            <a:pPr marL="342900" indent="-342900">
              <a:lnSpc>
                <a:spcPct val="114000"/>
              </a:lnSpc>
              <a:buFont typeface="Arial" panose="020B0604020202020204" pitchFamily="34" charset="0"/>
              <a:buChar char="•"/>
            </a:pPr>
            <a:r>
              <a:rPr lang="en-GB" sz="1800" noProof="0" dirty="0">
                <a:solidFill>
                  <a:schemeClr val="tx2"/>
                </a:solidFill>
              </a:rPr>
              <a:t>Checked machine availability with Troy and secured lab slots for this Thursday and Friday.</a:t>
            </a:r>
          </a:p>
          <a:p>
            <a:pPr marL="342900" indent="-342900">
              <a:lnSpc>
                <a:spcPct val="114000"/>
              </a:lnSpc>
              <a:buFont typeface="Arial" panose="020B0604020202020204" pitchFamily="34" charset="0"/>
              <a:buChar char="•"/>
            </a:pPr>
            <a:r>
              <a:rPr lang="en-GB" sz="1800" noProof="0" dirty="0">
                <a:solidFill>
                  <a:schemeClr val="tx2"/>
                </a:solidFill>
              </a:rPr>
              <a:t>Collected the required PPE kit and met with Katie to discuss upcoming tensile testing and microscope procedures.</a:t>
            </a:r>
          </a:p>
        </p:txBody>
      </p:sp>
    </p:spTree>
    <p:extLst>
      <p:ext uri="{BB962C8B-B14F-4D97-AF65-F5344CB8AC3E}">
        <p14:creationId xmlns:p14="http://schemas.microsoft.com/office/powerpoint/2010/main" val="88487806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877950-32B3-8405-B049-BE6D95898E9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59FBD44-6663-6788-C34D-10AF24B5D32F}"/>
              </a:ext>
            </a:extLst>
          </p:cNvPr>
          <p:cNvSpPr>
            <a:spLocks noGrp="1"/>
          </p:cNvSpPr>
          <p:nvPr>
            <p:ph type="title"/>
          </p:nvPr>
        </p:nvSpPr>
        <p:spPr>
          <a:xfrm>
            <a:off x="632014" y="189522"/>
            <a:ext cx="10515600" cy="1160883"/>
          </a:xfrm>
        </p:spPr>
        <p:txBody>
          <a:bodyPr>
            <a:normAutofit/>
          </a:bodyPr>
          <a:lstStyle/>
          <a:p>
            <a:r>
              <a:rPr lang="en-GB" sz="4800" noProof="0" dirty="0"/>
              <a:t>Progress to date</a:t>
            </a:r>
          </a:p>
        </p:txBody>
      </p:sp>
      <p:sp>
        <p:nvSpPr>
          <p:cNvPr id="3" name="Text Placeholder 2">
            <a:extLst>
              <a:ext uri="{FF2B5EF4-FFF2-40B4-BE49-F238E27FC236}">
                <a16:creationId xmlns:a16="http://schemas.microsoft.com/office/drawing/2014/main" id="{5970B40E-E0CE-247A-9B7B-3D506D8D17E3}"/>
              </a:ext>
            </a:extLst>
          </p:cNvPr>
          <p:cNvSpPr>
            <a:spLocks noGrp="1"/>
          </p:cNvSpPr>
          <p:nvPr>
            <p:ph type="body" idx="1"/>
          </p:nvPr>
        </p:nvSpPr>
        <p:spPr>
          <a:xfrm>
            <a:off x="632014" y="1549974"/>
            <a:ext cx="10515600" cy="4251058"/>
          </a:xfrm>
        </p:spPr>
        <p:txBody>
          <a:bodyPr vert="horz" lIns="91440" tIns="45720" rIns="91440" bIns="45720" rtlCol="0" anchor="t">
            <a:noAutofit/>
          </a:bodyPr>
          <a:lstStyle/>
          <a:p>
            <a:pPr marL="342900" indent="-342900">
              <a:lnSpc>
                <a:spcPct val="114000"/>
              </a:lnSpc>
              <a:buFont typeface="Arial" panose="020B0604020202020204" pitchFamily="34" charset="0"/>
              <a:buChar char="•"/>
            </a:pPr>
            <a:r>
              <a:rPr lang="en-GB" sz="1800" noProof="0" dirty="0">
                <a:solidFill>
                  <a:schemeClr val="tx2"/>
                </a:solidFill>
              </a:rPr>
              <a:t>Completed 3D printing of all 56 tensile specimens</a:t>
            </a:r>
          </a:p>
          <a:p>
            <a:pPr marL="342900" indent="-342900">
              <a:lnSpc>
                <a:spcPct val="114000"/>
              </a:lnSpc>
              <a:buFont typeface="Arial" panose="020B0604020202020204" pitchFamily="34" charset="0"/>
              <a:buChar char="•"/>
            </a:pPr>
            <a:r>
              <a:rPr lang="en-GB" sz="1800" noProof="0" dirty="0">
                <a:solidFill>
                  <a:schemeClr val="tx2"/>
                </a:solidFill>
              </a:rPr>
              <a:t>Submitted the material testing request form for tensile testing.</a:t>
            </a:r>
          </a:p>
          <a:p>
            <a:pPr>
              <a:lnSpc>
                <a:spcPct val="114000"/>
              </a:lnSpc>
            </a:pPr>
            <a:endParaRPr lang="en-GB" sz="1800" noProof="0" dirty="0">
              <a:solidFill>
                <a:schemeClr val="tx2"/>
              </a:solidFill>
            </a:endParaRPr>
          </a:p>
          <a:p>
            <a:pPr marL="342900" indent="-342900">
              <a:lnSpc>
                <a:spcPct val="114000"/>
              </a:lnSpc>
              <a:buFont typeface="Arial" panose="020B0604020202020204" pitchFamily="34" charset="0"/>
              <a:buChar char="•"/>
            </a:pPr>
            <a:endParaRPr lang="en-GB" sz="1800" noProof="0" dirty="0">
              <a:solidFill>
                <a:schemeClr val="tx2"/>
              </a:solidFill>
            </a:endParaRPr>
          </a:p>
        </p:txBody>
      </p:sp>
    </p:spTree>
    <p:extLst>
      <p:ext uri="{BB962C8B-B14F-4D97-AF65-F5344CB8AC3E}">
        <p14:creationId xmlns:p14="http://schemas.microsoft.com/office/powerpoint/2010/main" val="297315318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9304F0-AA58-ABA5-26CD-D12F642D573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55FC7F8-AE3D-EAC0-E9BC-C336366C1956}"/>
              </a:ext>
            </a:extLst>
          </p:cNvPr>
          <p:cNvSpPr>
            <a:spLocks noGrp="1"/>
          </p:cNvSpPr>
          <p:nvPr>
            <p:ph type="title"/>
          </p:nvPr>
        </p:nvSpPr>
        <p:spPr>
          <a:xfrm>
            <a:off x="632014" y="189522"/>
            <a:ext cx="10515600" cy="1160883"/>
          </a:xfrm>
        </p:spPr>
        <p:txBody>
          <a:bodyPr>
            <a:normAutofit/>
          </a:bodyPr>
          <a:lstStyle/>
          <a:p>
            <a:r>
              <a:rPr lang="en-GB" sz="4800" noProof="0" dirty="0"/>
              <a:t>Progress to date</a:t>
            </a:r>
          </a:p>
        </p:txBody>
      </p:sp>
      <p:sp>
        <p:nvSpPr>
          <p:cNvPr id="3" name="Text Placeholder 2">
            <a:extLst>
              <a:ext uri="{FF2B5EF4-FFF2-40B4-BE49-F238E27FC236}">
                <a16:creationId xmlns:a16="http://schemas.microsoft.com/office/drawing/2014/main" id="{135148AC-9D73-355D-AFC7-D146788223FB}"/>
              </a:ext>
            </a:extLst>
          </p:cNvPr>
          <p:cNvSpPr>
            <a:spLocks noGrp="1"/>
          </p:cNvSpPr>
          <p:nvPr>
            <p:ph type="body" idx="1"/>
          </p:nvPr>
        </p:nvSpPr>
        <p:spPr>
          <a:xfrm>
            <a:off x="632014" y="1549974"/>
            <a:ext cx="10515600" cy="4251058"/>
          </a:xfrm>
        </p:spPr>
        <p:txBody>
          <a:bodyPr vert="horz" lIns="91440" tIns="45720" rIns="91440" bIns="45720" rtlCol="0" anchor="t">
            <a:noAutofit/>
          </a:bodyPr>
          <a:lstStyle/>
          <a:p>
            <a:pPr marL="285750" indent="-285750">
              <a:lnSpc>
                <a:spcPct val="114000"/>
              </a:lnSpc>
              <a:buFont typeface="Arial" panose="020B0604020202020204" pitchFamily="34" charset="0"/>
              <a:buChar char="•"/>
            </a:pPr>
            <a:r>
              <a:rPr lang="en-GB" sz="1800" noProof="0" dirty="0">
                <a:solidFill>
                  <a:schemeClr val="tx2"/>
                </a:solidFill>
              </a:rPr>
              <a:t>Project checkpoint task nearing completion.</a:t>
            </a:r>
          </a:p>
          <a:p>
            <a:pPr marL="285750" indent="-285750">
              <a:lnSpc>
                <a:spcPct val="114000"/>
              </a:lnSpc>
              <a:buFont typeface="Arial" panose="020B0604020202020204" pitchFamily="34" charset="0"/>
              <a:buChar char="•"/>
            </a:pPr>
            <a:r>
              <a:rPr lang="en-GB" sz="1800" noProof="0" dirty="0">
                <a:solidFill>
                  <a:schemeClr val="tx2"/>
                </a:solidFill>
              </a:rPr>
              <a:t>Material testing lab was booked for 23 July for training.</a:t>
            </a:r>
          </a:p>
        </p:txBody>
      </p:sp>
    </p:spTree>
    <p:extLst>
      <p:ext uri="{BB962C8B-B14F-4D97-AF65-F5344CB8AC3E}">
        <p14:creationId xmlns:p14="http://schemas.microsoft.com/office/powerpoint/2010/main" val="161665277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119677-5755-FBF6-04EF-E7DF1AC0BA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F6D84D5-E12E-6741-0186-00AF38D5B3ED}"/>
              </a:ext>
            </a:extLst>
          </p:cNvPr>
          <p:cNvSpPr>
            <a:spLocks noGrp="1"/>
          </p:cNvSpPr>
          <p:nvPr>
            <p:ph type="title"/>
          </p:nvPr>
        </p:nvSpPr>
        <p:spPr>
          <a:xfrm>
            <a:off x="632014" y="189522"/>
            <a:ext cx="10515600" cy="1160883"/>
          </a:xfrm>
        </p:spPr>
        <p:txBody>
          <a:bodyPr>
            <a:normAutofit/>
          </a:bodyPr>
          <a:lstStyle/>
          <a:p>
            <a:r>
              <a:rPr lang="en-GB" sz="4800" noProof="0" dirty="0"/>
              <a:t>Progress to date</a:t>
            </a:r>
          </a:p>
        </p:txBody>
      </p:sp>
      <p:sp>
        <p:nvSpPr>
          <p:cNvPr id="3" name="Text Placeholder 2">
            <a:extLst>
              <a:ext uri="{FF2B5EF4-FFF2-40B4-BE49-F238E27FC236}">
                <a16:creationId xmlns:a16="http://schemas.microsoft.com/office/drawing/2014/main" id="{5514CBE3-AC21-5B55-46E4-065AECB85263}"/>
              </a:ext>
            </a:extLst>
          </p:cNvPr>
          <p:cNvSpPr>
            <a:spLocks noGrp="1"/>
          </p:cNvSpPr>
          <p:nvPr>
            <p:ph type="body" idx="1"/>
          </p:nvPr>
        </p:nvSpPr>
        <p:spPr>
          <a:xfrm>
            <a:off x="632014" y="1549974"/>
            <a:ext cx="10515600" cy="4251058"/>
          </a:xfrm>
        </p:spPr>
        <p:txBody>
          <a:bodyPr vert="horz" lIns="91440" tIns="45720" rIns="91440" bIns="45720" rtlCol="0" anchor="t">
            <a:noAutofit/>
          </a:bodyPr>
          <a:lstStyle/>
          <a:p>
            <a:pPr marL="285750" indent="-285750">
              <a:lnSpc>
                <a:spcPct val="114000"/>
              </a:lnSpc>
              <a:buFont typeface="Arial" panose="020B0604020202020204" pitchFamily="34" charset="0"/>
              <a:buChar char="•"/>
            </a:pPr>
            <a:r>
              <a:rPr lang="en-US" sz="1800" noProof="0" dirty="0">
                <a:solidFill>
                  <a:schemeClr val="tx2"/>
                </a:solidFill>
              </a:rPr>
              <a:t>Tensile testing completed for PETG and CF-PETG specimens across all flow conditions.</a:t>
            </a:r>
          </a:p>
          <a:p>
            <a:pPr marL="285750" indent="-285750">
              <a:lnSpc>
                <a:spcPct val="114000"/>
              </a:lnSpc>
              <a:buFont typeface="Arial" panose="020B0604020202020204" pitchFamily="34" charset="0"/>
              <a:buChar char="•"/>
            </a:pPr>
            <a:r>
              <a:rPr lang="en-US" sz="1800" dirty="0">
                <a:solidFill>
                  <a:schemeClr val="tx2"/>
                </a:solidFill>
              </a:rPr>
              <a:t>Project Progress Checkpoint Report Submitted</a:t>
            </a:r>
            <a:endParaRPr lang="en-GB" sz="1800" noProof="0" dirty="0">
              <a:solidFill>
                <a:schemeClr val="tx2"/>
              </a:solidFill>
            </a:endParaRPr>
          </a:p>
        </p:txBody>
      </p:sp>
    </p:spTree>
    <p:extLst>
      <p:ext uri="{BB962C8B-B14F-4D97-AF65-F5344CB8AC3E}">
        <p14:creationId xmlns:p14="http://schemas.microsoft.com/office/powerpoint/2010/main" val="242529551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32014" y="189522"/>
            <a:ext cx="10515600" cy="1160883"/>
          </a:xfrm>
        </p:spPr>
        <p:txBody>
          <a:bodyPr>
            <a:normAutofit/>
          </a:bodyPr>
          <a:lstStyle/>
          <a:p>
            <a:r>
              <a:rPr lang="en-GB" sz="4800" noProof="0" dirty="0"/>
              <a:t>Challenges &amp; questions</a:t>
            </a:r>
          </a:p>
        </p:txBody>
      </p:sp>
      <p:sp>
        <p:nvSpPr>
          <p:cNvPr id="3" name="Text Placeholder 2"/>
          <p:cNvSpPr>
            <a:spLocks noGrp="1"/>
          </p:cNvSpPr>
          <p:nvPr>
            <p:ph type="body" idx="1"/>
          </p:nvPr>
        </p:nvSpPr>
        <p:spPr>
          <a:xfrm>
            <a:off x="632014" y="1569639"/>
            <a:ext cx="10515600" cy="3916761"/>
          </a:xfrm>
        </p:spPr>
        <p:txBody>
          <a:bodyPr vert="horz" lIns="91440" tIns="45720" rIns="91440" bIns="45720" rtlCol="0" anchor="t">
            <a:normAutofit/>
          </a:bodyPr>
          <a:lstStyle/>
          <a:p>
            <a:pPr marL="342900" indent="-342900">
              <a:lnSpc>
                <a:spcPct val="114000"/>
              </a:lnSpc>
              <a:buFont typeface="Arial" panose="020B0604020202020204" pitchFamily="34" charset="0"/>
              <a:buChar char="•"/>
            </a:pPr>
            <a:r>
              <a:rPr lang="en-GB" sz="1800" noProof="0" dirty="0">
                <a:solidFill>
                  <a:schemeClr val="tx2"/>
                </a:solidFill>
              </a:rPr>
              <a:t>Printing consistency: Ensuring all 56 specimens are manufactured under identical conditions so that Flow (%) remains the only experimental variable.</a:t>
            </a:r>
          </a:p>
          <a:p>
            <a:pPr marL="342900" indent="-342900">
              <a:lnSpc>
                <a:spcPct val="114000"/>
              </a:lnSpc>
              <a:buFont typeface="Arial" panose="020B0604020202020204" pitchFamily="34" charset="0"/>
              <a:buChar char="•"/>
            </a:pPr>
            <a:r>
              <a:rPr lang="en-GB" sz="1800" noProof="0" dirty="0">
                <a:solidFill>
                  <a:schemeClr val="tx2"/>
                </a:solidFill>
              </a:rPr>
              <a:t>Lab availability: Getting timely access to the 3D printer, tensile tester, and microscope.</a:t>
            </a:r>
          </a:p>
          <a:p>
            <a:pPr marL="342900" indent="-342900">
              <a:lnSpc>
                <a:spcPct val="114000"/>
              </a:lnSpc>
              <a:buFont typeface="Arial" panose="020B0604020202020204" pitchFamily="34" charset="0"/>
              <a:buChar char="•"/>
            </a:pPr>
            <a:r>
              <a:rPr lang="en-GB" sz="1800" noProof="0" dirty="0">
                <a:solidFill>
                  <a:schemeClr val="tx2"/>
                </a:solidFill>
              </a:rPr>
              <a:t>One specimen was damaged during removal from the build plate.</a:t>
            </a:r>
          </a:p>
          <a:p>
            <a:pPr marL="342900" indent="-342900">
              <a:lnSpc>
                <a:spcPct val="114000"/>
              </a:lnSpc>
              <a:buFont typeface="Arial" panose="020B0604020202020204" pitchFamily="34" charset="0"/>
              <a:buChar char="•"/>
            </a:pPr>
            <a:r>
              <a:rPr lang="en-GB" sz="1800" noProof="0" dirty="0">
                <a:solidFill>
                  <a:schemeClr val="tx2"/>
                </a:solidFill>
              </a:rPr>
              <a:t>Selection of a suitable printing parameter for the second print set.</a:t>
            </a:r>
          </a:p>
          <a:p>
            <a:pPr marL="342900" indent="-342900">
              <a:lnSpc>
                <a:spcPct val="114000"/>
              </a:lnSpc>
              <a:buFont typeface="Arial" panose="020B0604020202020204" pitchFamily="34" charset="0"/>
              <a:buChar char="•"/>
            </a:pPr>
            <a:r>
              <a:rPr lang="en-US" sz="1800" noProof="0" dirty="0">
                <a:solidFill>
                  <a:schemeClr val="tx2"/>
                </a:solidFill>
              </a:rPr>
              <a:t>Issues generating pull-to-break graphs in RStudio.</a:t>
            </a:r>
          </a:p>
          <a:p>
            <a:pPr marL="342900" indent="-342900">
              <a:lnSpc>
                <a:spcPct val="114000"/>
              </a:lnSpc>
              <a:buFont typeface="Arial" panose="020B0604020202020204" pitchFamily="34" charset="0"/>
              <a:buChar char="•"/>
            </a:pPr>
            <a:r>
              <a:rPr lang="en-US" sz="1800" noProof="0" dirty="0">
                <a:solidFill>
                  <a:schemeClr val="tx2"/>
                </a:solidFill>
              </a:rPr>
              <a:t>Checking unusual modulus result for Set-2 PETG 110% Flow Sample 1.</a:t>
            </a:r>
            <a:endParaRPr lang="en-GB" sz="1800" noProof="0" dirty="0">
              <a:solidFill>
                <a:schemeClr val="tx2"/>
              </a:solidFill>
            </a:endParaRPr>
          </a:p>
        </p:txBody>
      </p:sp>
    </p:spTree>
    <p:extLst>
      <p:ext uri="{BB962C8B-B14F-4D97-AF65-F5344CB8AC3E}">
        <p14:creationId xmlns:p14="http://schemas.microsoft.com/office/powerpoint/2010/main" val="74666909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108856-8424-C7CF-25AC-26F59D9D6D6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B3630F2-65BA-D55C-B7CE-84A1FDBB4E68}"/>
              </a:ext>
            </a:extLst>
          </p:cNvPr>
          <p:cNvSpPr>
            <a:spLocks noGrp="1"/>
          </p:cNvSpPr>
          <p:nvPr>
            <p:ph type="title"/>
          </p:nvPr>
        </p:nvSpPr>
        <p:spPr>
          <a:xfrm>
            <a:off x="632014" y="189522"/>
            <a:ext cx="10515600" cy="1160883"/>
          </a:xfrm>
        </p:spPr>
        <p:txBody>
          <a:bodyPr>
            <a:normAutofit/>
          </a:bodyPr>
          <a:lstStyle/>
          <a:p>
            <a:r>
              <a:rPr lang="en-GB" sz="4800" noProof="0" dirty="0"/>
              <a:t>Challenges &amp; questions</a:t>
            </a:r>
          </a:p>
        </p:txBody>
      </p:sp>
      <p:pic>
        <p:nvPicPr>
          <p:cNvPr id="4" name="Picture 3">
            <a:extLst>
              <a:ext uri="{FF2B5EF4-FFF2-40B4-BE49-F238E27FC236}">
                <a16:creationId xmlns:a16="http://schemas.microsoft.com/office/drawing/2014/main" id="{71D1168B-602E-0B30-D5E2-9D6214EDA1F0}"/>
              </a:ext>
            </a:extLst>
          </p:cNvPr>
          <p:cNvPicPr>
            <a:picLocks noChangeAspect="1"/>
          </p:cNvPicPr>
          <p:nvPr/>
        </p:nvPicPr>
        <p:blipFill>
          <a:blip r:embed="rId2"/>
          <a:stretch>
            <a:fillRect/>
          </a:stretch>
        </p:blipFill>
        <p:spPr>
          <a:xfrm>
            <a:off x="3146376" y="1350405"/>
            <a:ext cx="5486876" cy="4572396"/>
          </a:xfrm>
          <a:prstGeom prst="rect">
            <a:avLst/>
          </a:prstGeom>
        </p:spPr>
      </p:pic>
    </p:spTree>
    <p:extLst>
      <p:ext uri="{BB962C8B-B14F-4D97-AF65-F5344CB8AC3E}">
        <p14:creationId xmlns:p14="http://schemas.microsoft.com/office/powerpoint/2010/main" val="317854343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32014" y="189522"/>
            <a:ext cx="10515600" cy="1160883"/>
          </a:xfrm>
        </p:spPr>
        <p:txBody>
          <a:bodyPr>
            <a:normAutofit/>
          </a:bodyPr>
          <a:lstStyle/>
          <a:p>
            <a:r>
              <a:rPr lang="en-GB" sz="4800" noProof="0" dirty="0"/>
              <a:t>Future plan</a:t>
            </a:r>
          </a:p>
        </p:txBody>
      </p:sp>
      <p:sp>
        <p:nvSpPr>
          <p:cNvPr id="3" name="Text Placeholder 2"/>
          <p:cNvSpPr>
            <a:spLocks noGrp="1"/>
          </p:cNvSpPr>
          <p:nvPr>
            <p:ph type="body" idx="1"/>
          </p:nvPr>
        </p:nvSpPr>
        <p:spPr>
          <a:xfrm>
            <a:off x="632014" y="1569639"/>
            <a:ext cx="11392838" cy="4565690"/>
          </a:xfrm>
        </p:spPr>
        <p:txBody>
          <a:bodyPr vert="horz" lIns="91440" tIns="45720" rIns="91440" bIns="45720" rtlCol="0" anchor="t">
            <a:normAutofit/>
          </a:bodyPr>
          <a:lstStyle/>
          <a:p>
            <a:pPr marL="342900" indent="-342900">
              <a:lnSpc>
                <a:spcPct val="134000"/>
              </a:lnSpc>
              <a:buFont typeface="Arial" panose="020B0604020202020204" pitchFamily="34" charset="0"/>
              <a:buChar char="•"/>
            </a:pPr>
            <a:r>
              <a:rPr lang="en-GB" sz="1800" noProof="0" dirty="0">
                <a:solidFill>
                  <a:schemeClr val="tx2"/>
                </a:solidFill>
              </a:rPr>
              <a:t>Complete graph replotting and image processing. </a:t>
            </a:r>
          </a:p>
          <a:p>
            <a:pPr marL="342900" indent="-342900">
              <a:lnSpc>
                <a:spcPct val="134000"/>
              </a:lnSpc>
              <a:buFont typeface="Arial" panose="020B0604020202020204" pitchFamily="34" charset="0"/>
              <a:buChar char="•"/>
            </a:pPr>
            <a:r>
              <a:rPr lang="en-US" sz="1800" noProof="0" dirty="0">
                <a:solidFill>
                  <a:schemeClr val="tx2"/>
                </a:solidFill>
              </a:rPr>
              <a:t>Complete report writing and dissertation submission.</a:t>
            </a:r>
            <a:endParaRPr lang="en-GB" sz="1800" noProof="0" dirty="0">
              <a:solidFill>
                <a:schemeClr val="tx2"/>
              </a:solidFill>
            </a:endParaRPr>
          </a:p>
        </p:txBody>
      </p:sp>
    </p:spTree>
    <p:extLst>
      <p:ext uri="{BB962C8B-B14F-4D97-AF65-F5344CB8AC3E}">
        <p14:creationId xmlns:p14="http://schemas.microsoft.com/office/powerpoint/2010/main" val="145643252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32014" y="189522"/>
            <a:ext cx="10515600" cy="1160883"/>
          </a:xfrm>
        </p:spPr>
        <p:txBody>
          <a:bodyPr>
            <a:normAutofit/>
          </a:bodyPr>
          <a:lstStyle/>
          <a:p>
            <a:r>
              <a:rPr lang="en-GB" sz="4800" noProof="0" dirty="0"/>
              <a:t>Safety &amp; risk considerations</a:t>
            </a:r>
          </a:p>
        </p:txBody>
      </p:sp>
      <p:sp>
        <p:nvSpPr>
          <p:cNvPr id="3" name="Text Placeholder 2"/>
          <p:cNvSpPr>
            <a:spLocks noGrp="1"/>
          </p:cNvSpPr>
          <p:nvPr>
            <p:ph type="body" idx="1"/>
          </p:nvPr>
        </p:nvSpPr>
        <p:spPr>
          <a:xfrm>
            <a:off x="632014" y="1569639"/>
            <a:ext cx="10515600" cy="4162567"/>
          </a:xfrm>
        </p:spPr>
        <p:txBody>
          <a:bodyPr vert="horz" lIns="91440" tIns="45720" rIns="91440" bIns="45720" rtlCol="0" anchor="t">
            <a:normAutofit/>
          </a:bodyPr>
          <a:lstStyle/>
          <a:p>
            <a:pPr marL="342900" indent="-342900">
              <a:lnSpc>
                <a:spcPct val="114000"/>
              </a:lnSpc>
              <a:buFont typeface="Arial" panose="020B0604020202020204" pitchFamily="34" charset="0"/>
              <a:buChar char="•"/>
            </a:pPr>
            <a:r>
              <a:rPr lang="en-GB" sz="1800" noProof="0" dirty="0">
                <a:solidFill>
                  <a:schemeClr val="tx2"/>
                </a:solidFill>
              </a:rPr>
              <a:t>Project risk assessment submitted and approved by the School Health &amp; Safety Coordinator.</a:t>
            </a:r>
          </a:p>
          <a:p>
            <a:pPr marL="342900" indent="-342900">
              <a:lnSpc>
                <a:spcPct val="114000"/>
              </a:lnSpc>
              <a:buFont typeface="Arial" panose="020B0604020202020204" pitchFamily="34" charset="0"/>
              <a:buChar char="•"/>
            </a:pPr>
            <a:r>
              <a:rPr lang="en-GB" sz="1800" noProof="0" dirty="0">
                <a:solidFill>
                  <a:schemeClr val="tx2"/>
                </a:solidFill>
              </a:rPr>
              <a:t>Control measures include laboratory induction, compliance with Ultimaker S5 operating procedures, and guidance from technical staff where required.</a:t>
            </a:r>
          </a:p>
          <a:p>
            <a:pPr marL="342900" indent="-342900">
              <a:lnSpc>
                <a:spcPct val="114000"/>
              </a:lnSpc>
              <a:buFont typeface="Arial" panose="020B0604020202020204" pitchFamily="34" charset="0"/>
              <a:buChar char="•"/>
            </a:pPr>
            <a:r>
              <a:rPr lang="en-GB" sz="1800" noProof="0" dirty="0">
                <a:solidFill>
                  <a:schemeClr val="tx2"/>
                </a:solidFill>
              </a:rPr>
              <a:t>Required PPE kit has been collected and will be used during all lab activities.</a:t>
            </a:r>
          </a:p>
        </p:txBody>
      </p:sp>
    </p:spTree>
    <p:extLst>
      <p:ext uri="{BB962C8B-B14F-4D97-AF65-F5344CB8AC3E}">
        <p14:creationId xmlns:p14="http://schemas.microsoft.com/office/powerpoint/2010/main" val="74666909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32014" y="189522"/>
            <a:ext cx="10515600" cy="1160883"/>
          </a:xfrm>
        </p:spPr>
        <p:txBody>
          <a:bodyPr>
            <a:normAutofit/>
          </a:bodyPr>
          <a:lstStyle/>
          <a:p>
            <a:r>
              <a:rPr lang="en-GB" sz="4800" noProof="0" dirty="0"/>
              <a:t>References</a:t>
            </a:r>
          </a:p>
        </p:txBody>
      </p:sp>
      <p:sp>
        <p:nvSpPr>
          <p:cNvPr id="3" name="Text Placeholder 2"/>
          <p:cNvSpPr>
            <a:spLocks noGrp="1"/>
          </p:cNvSpPr>
          <p:nvPr>
            <p:ph type="body" idx="1"/>
          </p:nvPr>
        </p:nvSpPr>
        <p:spPr>
          <a:xfrm>
            <a:off x="632014" y="1569639"/>
            <a:ext cx="11412502" cy="4369045"/>
          </a:xfrm>
        </p:spPr>
        <p:txBody>
          <a:bodyPr vert="horz" lIns="91440" tIns="45720" rIns="91440" bIns="45720" rtlCol="0" anchor="t">
            <a:normAutofit/>
          </a:bodyPr>
          <a:lstStyle/>
          <a:p>
            <a:pPr marL="342900" indent="-342900">
              <a:buFont typeface="Arial" panose="020B0604020202020204" pitchFamily="34" charset="0"/>
              <a:buChar char="•"/>
            </a:pPr>
            <a:r>
              <a:rPr lang="en-GB" sz="1600" noProof="0" dirty="0">
                <a:solidFill>
                  <a:schemeClr val="tx2"/>
                </a:solidFill>
              </a:rPr>
              <a:t>KICHLOO, A. F., RAINA, A., HAQ, M. I. U. &amp; WANI, M. S. 2021. Impact of Carbon Fiber Reinforcement on Mechanical and Tribological </a:t>
            </a:r>
            <a:r>
              <a:rPr lang="en-GB" sz="1600" noProof="0" dirty="0" err="1">
                <a:solidFill>
                  <a:schemeClr val="tx2"/>
                </a:solidFill>
              </a:rPr>
              <a:t>Behavior</a:t>
            </a:r>
            <a:r>
              <a:rPr lang="en-GB" sz="1600" noProof="0" dirty="0">
                <a:solidFill>
                  <a:schemeClr val="tx2"/>
                </a:solidFill>
              </a:rPr>
              <a:t> of 3D-Printed Polyethylene Terephthalate Glycol Polymer Composites—An Experimental Investigation. </a:t>
            </a:r>
            <a:r>
              <a:rPr lang="en-GB" sz="1600" i="1" noProof="0" dirty="0">
                <a:solidFill>
                  <a:schemeClr val="tx2"/>
                </a:solidFill>
              </a:rPr>
              <a:t>Journal of Materials Engineering and Performance,</a:t>
            </a:r>
            <a:r>
              <a:rPr lang="en-GB" sz="1600" noProof="0" dirty="0">
                <a:solidFill>
                  <a:schemeClr val="tx2"/>
                </a:solidFill>
              </a:rPr>
              <a:t> 31</a:t>
            </a:r>
            <a:r>
              <a:rPr lang="en-GB" sz="1600" b="1" noProof="0" dirty="0">
                <a:solidFill>
                  <a:schemeClr val="tx2"/>
                </a:solidFill>
              </a:rPr>
              <a:t>,</a:t>
            </a:r>
            <a:r>
              <a:rPr lang="en-GB" sz="1600" noProof="0" dirty="0">
                <a:solidFill>
                  <a:schemeClr val="tx2"/>
                </a:solidFill>
              </a:rPr>
              <a:t> 1021–1038.</a:t>
            </a:r>
          </a:p>
          <a:p>
            <a:pPr marL="342900" indent="-342900">
              <a:buFont typeface="Arial" panose="020B0604020202020204" pitchFamily="34" charset="0"/>
              <a:buChar char="•"/>
            </a:pPr>
            <a:r>
              <a:rPr lang="en-GB" sz="1600" noProof="0" dirty="0">
                <a:solidFill>
                  <a:schemeClr val="tx2"/>
                </a:solidFill>
              </a:rPr>
              <a:t>PATEL, K. S., SHAH, D. B., JOSHI, S. J., ALDAWOOD, F. K. &amp; KCHAOU, M. 2024. Effect of process parameters on the mechanical performance of FDM printed carbon </a:t>
            </a:r>
            <a:r>
              <a:rPr lang="en-GB" sz="1600" noProof="0" dirty="0" err="1">
                <a:solidFill>
                  <a:schemeClr val="tx2"/>
                </a:solidFill>
              </a:rPr>
              <a:t>fiber</a:t>
            </a:r>
            <a:r>
              <a:rPr lang="en-GB" sz="1600" noProof="0" dirty="0">
                <a:solidFill>
                  <a:schemeClr val="tx2"/>
                </a:solidFill>
              </a:rPr>
              <a:t> reinforced PETG. </a:t>
            </a:r>
            <a:r>
              <a:rPr lang="en-GB" sz="1600" i="1" noProof="0" dirty="0">
                <a:solidFill>
                  <a:schemeClr val="tx2"/>
                </a:solidFill>
              </a:rPr>
              <a:t>Journal of Materials Research and Technology,</a:t>
            </a:r>
            <a:r>
              <a:rPr lang="en-GB" sz="1600" noProof="0" dirty="0">
                <a:solidFill>
                  <a:schemeClr val="tx2"/>
                </a:solidFill>
              </a:rPr>
              <a:t> 30</a:t>
            </a:r>
            <a:r>
              <a:rPr lang="en-GB" sz="1600" b="1" noProof="0" dirty="0">
                <a:solidFill>
                  <a:schemeClr val="tx2"/>
                </a:solidFill>
              </a:rPr>
              <a:t>,</a:t>
            </a:r>
            <a:r>
              <a:rPr lang="en-GB" sz="1600" noProof="0" dirty="0">
                <a:solidFill>
                  <a:schemeClr val="tx2"/>
                </a:solidFill>
              </a:rPr>
              <a:t> 8006–8018.</a:t>
            </a:r>
          </a:p>
          <a:p>
            <a:pPr marL="342900" indent="-342900">
              <a:buFont typeface="Arial" panose="020B0604020202020204" pitchFamily="34" charset="0"/>
              <a:buChar char="•"/>
            </a:pPr>
            <a:r>
              <a:rPr lang="en-GB" sz="1600" noProof="0" dirty="0">
                <a:solidFill>
                  <a:schemeClr val="tx2"/>
                </a:solidFill>
              </a:rPr>
              <a:t>ECONOMIDES, A. L., ISLAM, M. N. &amp; BAXEVANAKIS, K. P. 2024. Additively Manufactured Carbon Fibre PETG Composites: Effect of Print Parameters on Mechanical Properties. </a:t>
            </a:r>
            <a:r>
              <a:rPr lang="en-GB" sz="1600" i="1" noProof="0" dirty="0">
                <a:solidFill>
                  <a:schemeClr val="tx2"/>
                </a:solidFill>
              </a:rPr>
              <a:t>Polymers (Basel),</a:t>
            </a:r>
            <a:r>
              <a:rPr lang="en-GB" sz="1600" noProof="0" dirty="0">
                <a:solidFill>
                  <a:schemeClr val="tx2"/>
                </a:solidFill>
              </a:rPr>
              <a:t> 16.</a:t>
            </a:r>
          </a:p>
          <a:p>
            <a:pPr marL="342900" indent="-342900">
              <a:buFont typeface="Arial" panose="020B0604020202020204" pitchFamily="34" charset="0"/>
              <a:buChar char="•"/>
            </a:pPr>
            <a:r>
              <a:rPr lang="en-GB" sz="1600" noProof="0" dirty="0">
                <a:solidFill>
                  <a:schemeClr val="tx2"/>
                </a:solidFill>
              </a:rPr>
              <a:t>ALARIFI, I. M. 2023. PETG/carbon </a:t>
            </a:r>
            <a:r>
              <a:rPr lang="en-GB" sz="1600" noProof="0" dirty="0" err="1">
                <a:solidFill>
                  <a:schemeClr val="tx2"/>
                </a:solidFill>
              </a:rPr>
              <a:t>fiber</a:t>
            </a:r>
            <a:r>
              <a:rPr lang="en-GB" sz="1600" noProof="0" dirty="0">
                <a:solidFill>
                  <a:schemeClr val="tx2"/>
                </a:solidFill>
              </a:rPr>
              <a:t> composites with different structures produced by 3D printing. </a:t>
            </a:r>
            <a:r>
              <a:rPr lang="en-GB" sz="1600" i="1" noProof="0" dirty="0">
                <a:solidFill>
                  <a:schemeClr val="tx2"/>
                </a:solidFill>
              </a:rPr>
              <a:t>Polymer Testing,</a:t>
            </a:r>
            <a:r>
              <a:rPr lang="en-GB" sz="1600" noProof="0" dirty="0">
                <a:solidFill>
                  <a:schemeClr val="tx2"/>
                </a:solidFill>
              </a:rPr>
              <a:t> 120.</a:t>
            </a:r>
          </a:p>
          <a:p>
            <a:pPr marL="342900" indent="-342900">
              <a:buFont typeface="Arial" panose="020B0604020202020204" pitchFamily="34" charset="0"/>
              <a:buChar char="•"/>
            </a:pPr>
            <a:r>
              <a:rPr lang="en-GB" sz="1600" noProof="0" dirty="0">
                <a:solidFill>
                  <a:schemeClr val="tx2"/>
                </a:solidFill>
              </a:rPr>
              <a:t>BALASRINIVASAN, M., VARUN KUMAR, A. &amp; SATHICKBASHA, K. 2024. A comparative study on mechanical properties of PLA, PETG, and carbon </a:t>
            </a:r>
            <a:r>
              <a:rPr lang="en-GB" sz="1600" noProof="0" dirty="0" err="1">
                <a:solidFill>
                  <a:schemeClr val="tx2"/>
                </a:solidFill>
              </a:rPr>
              <a:t>fiber</a:t>
            </a:r>
            <a:r>
              <a:rPr lang="en-GB" sz="1600" noProof="0" dirty="0">
                <a:solidFill>
                  <a:schemeClr val="tx2"/>
                </a:solidFill>
              </a:rPr>
              <a:t> prepared by fused deposition </a:t>
            </a:r>
            <a:r>
              <a:rPr lang="en-GB" sz="1600" noProof="0" dirty="0" err="1">
                <a:solidFill>
                  <a:schemeClr val="tx2"/>
                </a:solidFill>
              </a:rPr>
              <a:t>modeling</a:t>
            </a:r>
            <a:r>
              <a:rPr lang="en-GB" sz="1600" noProof="0" dirty="0">
                <a:solidFill>
                  <a:schemeClr val="tx2"/>
                </a:solidFill>
              </a:rPr>
              <a:t>. </a:t>
            </a:r>
            <a:r>
              <a:rPr lang="en-GB" sz="1600" i="1" noProof="0" dirty="0">
                <a:solidFill>
                  <a:schemeClr val="tx2"/>
                </a:solidFill>
              </a:rPr>
              <a:t>Proceedings of the Institution of Mechanical Engineers, Part E: Journal of Process Mechanical Engineering</a:t>
            </a:r>
            <a:r>
              <a:rPr lang="en-GB" sz="1600" noProof="0" dirty="0">
                <a:solidFill>
                  <a:schemeClr val="tx2"/>
                </a:solidFill>
              </a:rPr>
              <a:t>.</a:t>
            </a:r>
          </a:p>
        </p:txBody>
      </p:sp>
    </p:spTree>
    <p:extLst>
      <p:ext uri="{BB962C8B-B14F-4D97-AF65-F5344CB8AC3E}">
        <p14:creationId xmlns:p14="http://schemas.microsoft.com/office/powerpoint/2010/main" val="74666909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EA3155-CB56-81F2-5682-9125E380051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680677E-CD4A-FA66-F5F5-3DE7DD551C64}"/>
              </a:ext>
            </a:extLst>
          </p:cNvPr>
          <p:cNvSpPr>
            <a:spLocks noGrp="1"/>
          </p:cNvSpPr>
          <p:nvPr>
            <p:ph type="title"/>
          </p:nvPr>
        </p:nvSpPr>
        <p:spPr>
          <a:xfrm>
            <a:off x="632014" y="189522"/>
            <a:ext cx="10515600" cy="1160883"/>
          </a:xfrm>
        </p:spPr>
        <p:txBody>
          <a:bodyPr>
            <a:normAutofit/>
          </a:bodyPr>
          <a:lstStyle/>
          <a:p>
            <a:r>
              <a:rPr lang="en-GB" sz="4800" noProof="0" dirty="0"/>
              <a:t>References</a:t>
            </a:r>
          </a:p>
        </p:txBody>
      </p:sp>
      <p:sp>
        <p:nvSpPr>
          <p:cNvPr id="3" name="Text Placeholder 2">
            <a:extLst>
              <a:ext uri="{FF2B5EF4-FFF2-40B4-BE49-F238E27FC236}">
                <a16:creationId xmlns:a16="http://schemas.microsoft.com/office/drawing/2014/main" id="{A5F6CE14-3C1C-929C-22D7-FDBF2DF530A6}"/>
              </a:ext>
            </a:extLst>
          </p:cNvPr>
          <p:cNvSpPr>
            <a:spLocks noGrp="1"/>
          </p:cNvSpPr>
          <p:nvPr>
            <p:ph type="body" idx="1"/>
          </p:nvPr>
        </p:nvSpPr>
        <p:spPr>
          <a:xfrm>
            <a:off x="632014" y="1569639"/>
            <a:ext cx="11412502" cy="4369045"/>
          </a:xfrm>
        </p:spPr>
        <p:txBody>
          <a:bodyPr vert="horz" lIns="91440" tIns="45720" rIns="91440" bIns="45720" rtlCol="0" anchor="t">
            <a:normAutofit/>
          </a:bodyPr>
          <a:lstStyle/>
          <a:p>
            <a:pPr marL="342900" indent="-342900">
              <a:lnSpc>
                <a:spcPct val="114000"/>
              </a:lnSpc>
              <a:buFont typeface="Arial" panose="020B0604020202020204" pitchFamily="34" charset="0"/>
              <a:buChar char="•"/>
            </a:pPr>
            <a:r>
              <a:rPr lang="en-GB" sz="1600" noProof="0" dirty="0">
                <a:solidFill>
                  <a:schemeClr val="tx2"/>
                </a:solidFill>
              </a:rPr>
              <a:t>LENDVAI, L., FEKETE, I., RIGOTTI, D. &amp; PEGORETTI, A. 2024. Experimental study on the effect of filament-extrusion rate on the structural, mechanical and thermal properties of material extrusion 3D-printed polylactic acid (PLA) products. </a:t>
            </a:r>
            <a:r>
              <a:rPr lang="en-GB" sz="1600" i="1" noProof="0" dirty="0">
                <a:solidFill>
                  <a:schemeClr val="tx2"/>
                </a:solidFill>
              </a:rPr>
              <a:t>Progress in Additive Manufacturing,</a:t>
            </a:r>
            <a:r>
              <a:rPr lang="en-GB" sz="1600" noProof="0" dirty="0">
                <a:solidFill>
                  <a:schemeClr val="tx2"/>
                </a:solidFill>
              </a:rPr>
              <a:t> 10</a:t>
            </a:r>
            <a:r>
              <a:rPr lang="en-GB" sz="1600" b="1" noProof="0" dirty="0">
                <a:solidFill>
                  <a:schemeClr val="tx2"/>
                </a:solidFill>
              </a:rPr>
              <a:t>,</a:t>
            </a:r>
            <a:r>
              <a:rPr lang="en-GB" sz="1600" noProof="0" dirty="0">
                <a:solidFill>
                  <a:schemeClr val="tx2"/>
                </a:solidFill>
              </a:rPr>
              <a:t> 619–629.</a:t>
            </a:r>
          </a:p>
          <a:p>
            <a:pPr marL="342900" indent="-342900">
              <a:lnSpc>
                <a:spcPct val="114000"/>
              </a:lnSpc>
              <a:buFont typeface="Arial" panose="020B0604020202020204" pitchFamily="34" charset="0"/>
              <a:buChar char="•"/>
            </a:pPr>
            <a:r>
              <a:rPr lang="en-GB" sz="1600" noProof="0" dirty="0">
                <a:solidFill>
                  <a:schemeClr val="tx2"/>
                </a:solidFill>
              </a:rPr>
              <a:t>MINAOGLOU, P., TZOTZIS, A., EFKOLIDIS, N. &amp; KYRATSIS, P. 2024. Influence of the 3D Printing Fabrication Parameters on the Tensile Properties of Carbon-Based Composite Filament. </a:t>
            </a:r>
            <a:r>
              <a:rPr lang="en-GB" sz="1600" i="1" noProof="0" dirty="0">
                <a:solidFill>
                  <a:schemeClr val="tx2"/>
                </a:solidFill>
              </a:rPr>
              <a:t>Applied Mechanics,</a:t>
            </a:r>
            <a:r>
              <a:rPr lang="en-GB" sz="1600" noProof="0" dirty="0">
                <a:solidFill>
                  <a:schemeClr val="tx2"/>
                </a:solidFill>
              </a:rPr>
              <a:t> 5</a:t>
            </a:r>
            <a:r>
              <a:rPr lang="en-GB" sz="1600" b="1" noProof="0" dirty="0">
                <a:solidFill>
                  <a:schemeClr val="tx2"/>
                </a:solidFill>
              </a:rPr>
              <a:t>,</a:t>
            </a:r>
            <a:r>
              <a:rPr lang="en-GB" sz="1600" noProof="0" dirty="0">
                <a:solidFill>
                  <a:schemeClr val="tx2"/>
                </a:solidFill>
              </a:rPr>
              <a:t> 745–761.</a:t>
            </a:r>
          </a:p>
          <a:p>
            <a:pPr marL="342900" indent="-342900">
              <a:lnSpc>
                <a:spcPct val="114000"/>
              </a:lnSpc>
              <a:buFont typeface="Arial" panose="020B0604020202020204" pitchFamily="34" charset="0"/>
              <a:buChar char="•"/>
            </a:pPr>
            <a:r>
              <a:rPr lang="en-GB" sz="1600" noProof="0" dirty="0">
                <a:solidFill>
                  <a:schemeClr val="tx2"/>
                </a:solidFill>
              </a:rPr>
              <a:t>GAO, Z., HAN, Z., FU, Y., LV, H., LI, M., ZHAO, X. &amp; ZHU, J. 2026. Effect Investigation of Process Parameters on 3D Printed Composites Tensile Performance Boosted by Attention Mechanism-Enhanced Multi-Modal Convolutional Neural Networks. </a:t>
            </a:r>
            <a:r>
              <a:rPr lang="en-GB" sz="1600" i="1" noProof="0" dirty="0">
                <a:solidFill>
                  <a:schemeClr val="tx2"/>
                </a:solidFill>
              </a:rPr>
              <a:t>Polymers (Basel),</a:t>
            </a:r>
            <a:r>
              <a:rPr lang="en-GB" sz="1600" noProof="0" dirty="0">
                <a:solidFill>
                  <a:schemeClr val="tx2"/>
                </a:solidFill>
              </a:rPr>
              <a:t> 18.</a:t>
            </a:r>
          </a:p>
          <a:p>
            <a:pPr marL="342900" indent="-342900">
              <a:lnSpc>
                <a:spcPct val="114000"/>
              </a:lnSpc>
              <a:buFont typeface="Arial" panose="020B0604020202020204" pitchFamily="34" charset="0"/>
              <a:buChar char="•"/>
            </a:pPr>
            <a:r>
              <a:rPr lang="en-GB" sz="1600" noProof="0" dirty="0">
                <a:solidFill>
                  <a:schemeClr val="tx2"/>
                </a:solidFill>
              </a:rPr>
              <a:t>BARRIOS, J. M. &amp; ROMERO, P. E. 2019. Improvement of Surface Roughness and Hydrophobicity in PETG Parts Manufactured via Fused Deposition </a:t>
            </a:r>
            <a:r>
              <a:rPr lang="en-GB" sz="1600" noProof="0" dirty="0" err="1">
                <a:solidFill>
                  <a:schemeClr val="tx2"/>
                </a:solidFill>
              </a:rPr>
              <a:t>Modeling</a:t>
            </a:r>
            <a:r>
              <a:rPr lang="en-GB" sz="1600" noProof="0" dirty="0">
                <a:solidFill>
                  <a:schemeClr val="tx2"/>
                </a:solidFill>
              </a:rPr>
              <a:t> (FDM): An Application in 3D Printed Self-Cleaning Parts. </a:t>
            </a:r>
            <a:r>
              <a:rPr lang="en-GB" sz="1600" i="1" noProof="0" dirty="0">
                <a:solidFill>
                  <a:schemeClr val="tx2"/>
                </a:solidFill>
              </a:rPr>
              <a:t>Materials (Basel),</a:t>
            </a:r>
            <a:r>
              <a:rPr lang="en-GB" sz="1600" noProof="0" dirty="0">
                <a:solidFill>
                  <a:schemeClr val="tx2"/>
                </a:solidFill>
              </a:rPr>
              <a:t> 12.</a:t>
            </a:r>
          </a:p>
          <a:p>
            <a:pPr marL="342900" indent="-342900">
              <a:buFont typeface="Arial" panose="020B0604020202020204" pitchFamily="34" charset="0"/>
              <a:buChar char="•"/>
            </a:pPr>
            <a:endParaRPr lang="en-GB" sz="1600" i="1" noProof="0" dirty="0">
              <a:solidFill>
                <a:schemeClr val="tx2"/>
              </a:solidFill>
            </a:endParaRPr>
          </a:p>
          <a:p>
            <a:pPr marL="342900" indent="-342900">
              <a:buFont typeface="Arial" panose="020B0604020202020204" pitchFamily="34" charset="0"/>
              <a:buChar char="•"/>
            </a:pPr>
            <a:endParaRPr lang="en-GB" sz="1600" b="1" noProof="0" dirty="0">
              <a:solidFill>
                <a:schemeClr val="tx2"/>
              </a:solidFill>
            </a:endParaRPr>
          </a:p>
        </p:txBody>
      </p:sp>
    </p:spTree>
    <p:extLst>
      <p:ext uri="{BB962C8B-B14F-4D97-AF65-F5344CB8AC3E}">
        <p14:creationId xmlns:p14="http://schemas.microsoft.com/office/powerpoint/2010/main" val="403558489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52B96E-5CA3-3E46-991B-A6C099ED73F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32F64E4-0DD3-6E13-BB1B-27DA1BB79BD0}"/>
              </a:ext>
            </a:extLst>
          </p:cNvPr>
          <p:cNvSpPr>
            <a:spLocks noGrp="1"/>
          </p:cNvSpPr>
          <p:nvPr>
            <p:ph type="title"/>
          </p:nvPr>
        </p:nvSpPr>
        <p:spPr>
          <a:xfrm>
            <a:off x="632014" y="189522"/>
            <a:ext cx="10515600" cy="1160883"/>
          </a:xfrm>
        </p:spPr>
        <p:txBody>
          <a:bodyPr>
            <a:normAutofit/>
          </a:bodyPr>
          <a:lstStyle/>
          <a:p>
            <a:r>
              <a:rPr lang="en-GB" sz="4800" noProof="0" dirty="0"/>
              <a:t>References</a:t>
            </a:r>
          </a:p>
        </p:txBody>
      </p:sp>
      <p:sp>
        <p:nvSpPr>
          <p:cNvPr id="3" name="Text Placeholder 2">
            <a:extLst>
              <a:ext uri="{FF2B5EF4-FFF2-40B4-BE49-F238E27FC236}">
                <a16:creationId xmlns:a16="http://schemas.microsoft.com/office/drawing/2014/main" id="{3B403476-7574-4067-45E5-E89811013012}"/>
              </a:ext>
            </a:extLst>
          </p:cNvPr>
          <p:cNvSpPr>
            <a:spLocks noGrp="1"/>
          </p:cNvSpPr>
          <p:nvPr>
            <p:ph type="body" idx="1"/>
          </p:nvPr>
        </p:nvSpPr>
        <p:spPr>
          <a:xfrm>
            <a:off x="632014" y="1569639"/>
            <a:ext cx="11412502" cy="4369045"/>
          </a:xfrm>
        </p:spPr>
        <p:txBody>
          <a:bodyPr vert="horz" lIns="91440" tIns="45720" rIns="91440" bIns="45720" rtlCol="0" anchor="t">
            <a:normAutofit/>
          </a:bodyPr>
          <a:lstStyle/>
          <a:p>
            <a:pPr marL="342900" indent="-342900">
              <a:lnSpc>
                <a:spcPct val="114000"/>
              </a:lnSpc>
              <a:buFont typeface="Arial" panose="020B0604020202020204" pitchFamily="34" charset="0"/>
              <a:buChar char="•"/>
            </a:pPr>
            <a:r>
              <a:rPr lang="en-GB" sz="1600" noProof="0" dirty="0">
                <a:solidFill>
                  <a:schemeClr val="tx2"/>
                </a:solidFill>
              </a:rPr>
              <a:t>RIHAR, L. &amp; HOZDIC, E. 2026. Mechanical and Microstructural Response of FDM-Printed PETG and PETG+CF to Variable Infill Architecture and Lubricant Exposure. </a:t>
            </a:r>
            <a:r>
              <a:rPr lang="en-GB" sz="1600" i="1" noProof="0" dirty="0">
                <a:solidFill>
                  <a:schemeClr val="tx2"/>
                </a:solidFill>
              </a:rPr>
              <a:t>Polymers (Basel),</a:t>
            </a:r>
            <a:r>
              <a:rPr lang="en-GB" sz="1600" noProof="0" dirty="0">
                <a:solidFill>
                  <a:schemeClr val="tx2"/>
                </a:solidFill>
              </a:rPr>
              <a:t> 18.</a:t>
            </a:r>
          </a:p>
          <a:p>
            <a:pPr marL="342900" indent="-342900">
              <a:lnSpc>
                <a:spcPct val="114000"/>
              </a:lnSpc>
              <a:buFont typeface="Arial" panose="020B0604020202020204" pitchFamily="34" charset="0"/>
              <a:buChar char="•"/>
            </a:pPr>
            <a:r>
              <a:rPr lang="en-GB" sz="1600" noProof="0" dirty="0">
                <a:solidFill>
                  <a:schemeClr val="tx2"/>
                </a:solidFill>
              </a:rPr>
              <a:t>GÓMEZ-ORTEGA, A., PIEDRA, S., MONDRAGÓN-RODRÍGUEZ, G. C. &amp; CAMACHO, N. 2024. Dependence of the mechanical properties of nylon-carbon </a:t>
            </a:r>
            <a:r>
              <a:rPr lang="en-GB" sz="1600" noProof="0" dirty="0" err="1">
                <a:solidFill>
                  <a:schemeClr val="tx2"/>
                </a:solidFill>
              </a:rPr>
              <a:t>fiber</a:t>
            </a:r>
            <a:r>
              <a:rPr lang="en-GB" sz="1600" noProof="0" dirty="0">
                <a:solidFill>
                  <a:schemeClr val="tx2"/>
                </a:solidFill>
              </a:rPr>
              <a:t> composite on the FDM printing parameters. </a:t>
            </a:r>
            <a:r>
              <a:rPr lang="en-GB" sz="1600" i="1" noProof="0" dirty="0">
                <a:solidFill>
                  <a:schemeClr val="tx2"/>
                </a:solidFill>
              </a:rPr>
              <a:t>Composites Part A: Applied Science and Manufacturing,</a:t>
            </a:r>
            <a:r>
              <a:rPr lang="en-GB" sz="1600" noProof="0" dirty="0">
                <a:solidFill>
                  <a:schemeClr val="tx2"/>
                </a:solidFill>
              </a:rPr>
              <a:t> 186.</a:t>
            </a:r>
          </a:p>
          <a:p>
            <a:pPr marL="342900" indent="-342900">
              <a:lnSpc>
                <a:spcPct val="114000"/>
              </a:lnSpc>
              <a:buFont typeface="Arial" panose="020B0604020202020204" pitchFamily="34" charset="0"/>
              <a:buChar char="•"/>
            </a:pPr>
            <a:r>
              <a:rPr lang="en-GB" sz="1600" noProof="0" dirty="0">
                <a:solidFill>
                  <a:schemeClr val="tx2"/>
                </a:solidFill>
              </a:rPr>
              <a:t>JAMAL, M. A., SHAH, O. R., GHAFOOR, U., QURESHI, Y. &amp; BHUTTA, M. R. 2024. Additive Manufacturing of Continuous Fiber-Reinforced Polymer Composites via Fused Deposition Modelling: A Comprehensive Review. </a:t>
            </a:r>
            <a:r>
              <a:rPr lang="en-GB" sz="1600" i="1" noProof="0" dirty="0">
                <a:solidFill>
                  <a:schemeClr val="tx2"/>
                </a:solidFill>
              </a:rPr>
              <a:t>Polymers (Basel),</a:t>
            </a:r>
            <a:r>
              <a:rPr lang="en-GB" sz="1600" noProof="0" dirty="0">
                <a:solidFill>
                  <a:schemeClr val="tx2"/>
                </a:solidFill>
              </a:rPr>
              <a:t> 16.</a:t>
            </a:r>
          </a:p>
          <a:p>
            <a:pPr marL="342900" indent="-342900">
              <a:lnSpc>
                <a:spcPct val="114000"/>
              </a:lnSpc>
              <a:buFont typeface="Arial" panose="020B0604020202020204" pitchFamily="34" charset="0"/>
              <a:buChar char="•"/>
            </a:pPr>
            <a:r>
              <a:rPr lang="en-GB" sz="1600" noProof="0" dirty="0">
                <a:solidFill>
                  <a:schemeClr val="tx2"/>
                </a:solidFill>
              </a:rPr>
              <a:t>KARGAR, E. &amp; GHASEMI-GHALEBAHMAN, A. 2023. Experimental investigation on fatigue life and tensile strength of carbon </a:t>
            </a:r>
            <a:r>
              <a:rPr lang="en-GB" sz="1600" noProof="0" dirty="0" err="1">
                <a:solidFill>
                  <a:schemeClr val="tx2"/>
                </a:solidFill>
              </a:rPr>
              <a:t>fiber</a:t>
            </a:r>
            <a:r>
              <a:rPr lang="en-GB" sz="1600" noProof="0" dirty="0">
                <a:solidFill>
                  <a:schemeClr val="tx2"/>
                </a:solidFill>
              </a:rPr>
              <a:t>-reinforced PLA composites based on fused deposition </a:t>
            </a:r>
            <a:r>
              <a:rPr lang="en-GB" sz="1600" noProof="0" dirty="0" err="1">
                <a:solidFill>
                  <a:schemeClr val="tx2"/>
                </a:solidFill>
              </a:rPr>
              <a:t>modeling</a:t>
            </a:r>
            <a:r>
              <a:rPr lang="en-GB" sz="1600" noProof="0" dirty="0">
                <a:solidFill>
                  <a:schemeClr val="tx2"/>
                </a:solidFill>
              </a:rPr>
              <a:t>. </a:t>
            </a:r>
            <a:r>
              <a:rPr lang="en-GB" sz="1600" i="1" noProof="0" dirty="0">
                <a:solidFill>
                  <a:schemeClr val="tx2"/>
                </a:solidFill>
              </a:rPr>
              <a:t>Sci Rep,</a:t>
            </a:r>
            <a:r>
              <a:rPr lang="en-GB" sz="1600" noProof="0" dirty="0">
                <a:solidFill>
                  <a:schemeClr val="tx2"/>
                </a:solidFill>
              </a:rPr>
              <a:t> 13</a:t>
            </a:r>
            <a:r>
              <a:rPr lang="en-GB" sz="1600" b="1" noProof="0" dirty="0">
                <a:solidFill>
                  <a:schemeClr val="tx2"/>
                </a:solidFill>
              </a:rPr>
              <a:t>,</a:t>
            </a:r>
            <a:r>
              <a:rPr lang="en-GB" sz="1600" noProof="0" dirty="0">
                <a:solidFill>
                  <a:schemeClr val="tx2"/>
                </a:solidFill>
              </a:rPr>
              <a:t> 18194.</a:t>
            </a:r>
          </a:p>
          <a:p>
            <a:endParaRPr lang="en-GB" sz="1600" b="1" noProof="0" dirty="0">
              <a:solidFill>
                <a:schemeClr val="tx2"/>
              </a:solidFill>
            </a:endParaRPr>
          </a:p>
          <a:p>
            <a:pPr marL="342900" indent="-342900">
              <a:buFont typeface="Arial" panose="020B0604020202020204" pitchFamily="34" charset="0"/>
              <a:buChar char="•"/>
            </a:pPr>
            <a:endParaRPr lang="en-GB" sz="1600" b="1" noProof="0" dirty="0">
              <a:solidFill>
                <a:schemeClr val="tx2"/>
              </a:solidFill>
            </a:endParaRPr>
          </a:p>
        </p:txBody>
      </p:sp>
    </p:spTree>
    <p:extLst>
      <p:ext uri="{BB962C8B-B14F-4D97-AF65-F5344CB8AC3E}">
        <p14:creationId xmlns:p14="http://schemas.microsoft.com/office/powerpoint/2010/main" val="239549845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010C36-4287-053E-FE7D-3CE22BA2986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DECC66B-E566-E329-0101-09C8DACDD8A2}"/>
              </a:ext>
            </a:extLst>
          </p:cNvPr>
          <p:cNvSpPr>
            <a:spLocks noGrp="1"/>
          </p:cNvSpPr>
          <p:nvPr>
            <p:ph type="title"/>
          </p:nvPr>
        </p:nvSpPr>
        <p:spPr>
          <a:xfrm>
            <a:off x="632014" y="189522"/>
            <a:ext cx="10515600" cy="1160883"/>
          </a:xfrm>
        </p:spPr>
        <p:txBody>
          <a:bodyPr>
            <a:normAutofit/>
          </a:bodyPr>
          <a:lstStyle/>
          <a:p>
            <a:r>
              <a:rPr lang="en-GB" sz="4800" noProof="0" dirty="0"/>
              <a:t>References</a:t>
            </a:r>
          </a:p>
        </p:txBody>
      </p:sp>
      <p:sp>
        <p:nvSpPr>
          <p:cNvPr id="3" name="Text Placeholder 2">
            <a:extLst>
              <a:ext uri="{FF2B5EF4-FFF2-40B4-BE49-F238E27FC236}">
                <a16:creationId xmlns:a16="http://schemas.microsoft.com/office/drawing/2014/main" id="{FD916303-9D8A-4771-368E-767C64FF71DD}"/>
              </a:ext>
            </a:extLst>
          </p:cNvPr>
          <p:cNvSpPr>
            <a:spLocks noGrp="1"/>
          </p:cNvSpPr>
          <p:nvPr>
            <p:ph type="body" idx="1"/>
          </p:nvPr>
        </p:nvSpPr>
        <p:spPr>
          <a:xfrm>
            <a:off x="632014" y="1569639"/>
            <a:ext cx="11412502" cy="4369045"/>
          </a:xfrm>
        </p:spPr>
        <p:txBody>
          <a:bodyPr vert="horz" lIns="91440" tIns="45720" rIns="91440" bIns="45720" rtlCol="0" anchor="t">
            <a:normAutofit/>
          </a:bodyPr>
          <a:lstStyle/>
          <a:p>
            <a:pPr marL="342900" indent="-342900">
              <a:lnSpc>
                <a:spcPct val="114000"/>
              </a:lnSpc>
              <a:buFont typeface="Arial" panose="020B0604020202020204" pitchFamily="34" charset="0"/>
              <a:buChar char="•"/>
            </a:pPr>
            <a:r>
              <a:rPr lang="en-GB" sz="1600" noProof="0" dirty="0">
                <a:solidFill>
                  <a:schemeClr val="tx2"/>
                </a:solidFill>
              </a:rPr>
              <a:t>ROGELJ, A., LIOVIC, D., HOZDIC, E., FRANULOVIC, M. &amp; MIJOVIC, B. 2025. Influence of Cooling Lubricants and Structural Parameters on the Tensile Properties of FFF 3D-Printed PLA and PLA/Carbon Fiber Composites. </a:t>
            </a:r>
            <a:r>
              <a:rPr lang="en-GB" sz="1600" i="1" noProof="0" dirty="0">
                <a:solidFill>
                  <a:schemeClr val="tx2"/>
                </a:solidFill>
              </a:rPr>
              <a:t>Polymers (Basel),</a:t>
            </a:r>
            <a:r>
              <a:rPr lang="en-GB" sz="1600" noProof="0" dirty="0">
                <a:solidFill>
                  <a:schemeClr val="tx2"/>
                </a:solidFill>
              </a:rPr>
              <a:t> 17.</a:t>
            </a:r>
          </a:p>
          <a:p>
            <a:pPr marL="342900" indent="-342900">
              <a:lnSpc>
                <a:spcPct val="114000"/>
              </a:lnSpc>
              <a:buFont typeface="Arial" panose="020B0604020202020204" pitchFamily="34" charset="0"/>
              <a:buChar char="•"/>
            </a:pPr>
            <a:r>
              <a:rPr lang="en-GB" sz="1600" noProof="0" dirty="0">
                <a:solidFill>
                  <a:schemeClr val="tx2"/>
                </a:solidFill>
              </a:rPr>
              <a:t>MEGERSA, G. K., SITEK, W., NOWAK, A. J. &amp; TOMASIC, N. 2024. Investigation of the Influence of Fused Deposition </a:t>
            </a:r>
            <a:r>
              <a:rPr lang="en-GB" sz="1600" noProof="0" dirty="0" err="1">
                <a:solidFill>
                  <a:schemeClr val="tx2"/>
                </a:solidFill>
              </a:rPr>
              <a:t>Modeling</a:t>
            </a:r>
            <a:r>
              <a:rPr lang="en-GB" sz="1600" noProof="0" dirty="0">
                <a:solidFill>
                  <a:schemeClr val="tx2"/>
                </a:solidFill>
              </a:rPr>
              <a:t> 3D Printing Process Parameters on Tensile Properties of Polylactic Acid Parts Using the Taguchi Method. </a:t>
            </a:r>
            <a:r>
              <a:rPr lang="en-GB" sz="1600" i="1" noProof="0" dirty="0">
                <a:solidFill>
                  <a:schemeClr val="tx2"/>
                </a:solidFill>
              </a:rPr>
              <a:t>Materials (Basel),</a:t>
            </a:r>
            <a:r>
              <a:rPr lang="en-GB" sz="1600" noProof="0" dirty="0">
                <a:solidFill>
                  <a:schemeClr val="tx2"/>
                </a:solidFill>
              </a:rPr>
              <a:t> 17.</a:t>
            </a:r>
          </a:p>
          <a:p>
            <a:pPr marL="342900" indent="-342900">
              <a:lnSpc>
                <a:spcPct val="114000"/>
              </a:lnSpc>
              <a:buFont typeface="Arial" panose="020B0604020202020204" pitchFamily="34" charset="0"/>
              <a:buChar char="•"/>
            </a:pPr>
            <a:r>
              <a:rPr lang="en-GB" sz="1600" noProof="0" dirty="0">
                <a:solidFill>
                  <a:schemeClr val="tx2"/>
                </a:solidFill>
              </a:rPr>
              <a:t>SZUST, A. &amp; ADAMSKI, G. 2022. Using thermal annealing and salt remelting to increase tensile properties of 3D FDM prints. </a:t>
            </a:r>
            <a:r>
              <a:rPr lang="en-GB" sz="1600" i="1" noProof="0" dirty="0">
                <a:solidFill>
                  <a:schemeClr val="tx2"/>
                </a:solidFill>
              </a:rPr>
              <a:t>Engineering Failure Analysis,</a:t>
            </a:r>
            <a:r>
              <a:rPr lang="en-GB" sz="1600" noProof="0" dirty="0">
                <a:solidFill>
                  <a:schemeClr val="tx2"/>
                </a:solidFill>
              </a:rPr>
              <a:t> 132.</a:t>
            </a:r>
          </a:p>
          <a:p>
            <a:pPr marL="342900" indent="-342900">
              <a:lnSpc>
                <a:spcPct val="114000"/>
              </a:lnSpc>
              <a:buFont typeface="Arial" panose="020B0604020202020204" pitchFamily="34" charset="0"/>
              <a:buChar char="•"/>
            </a:pPr>
            <a:r>
              <a:rPr lang="en-GB" sz="1600" noProof="0" dirty="0">
                <a:solidFill>
                  <a:schemeClr val="tx2"/>
                </a:solidFill>
              </a:rPr>
              <a:t>STOJKOVIC, J. R., TURUDIJA, R., VITKOVIC, N., GORSKI, F., PACURAR, A., PLESA, A., IANOSI-ANDREEVA-DIMITROVA, A. &amp; PACURAR, R. 2023. An Experimental Study on the Impact of Layer Height and Annealing Parameters on the Tensile Strength and Dimensional Accuracy of FDM 3D Printed Parts. </a:t>
            </a:r>
            <a:r>
              <a:rPr lang="en-GB" sz="1600" i="1" noProof="0" dirty="0">
                <a:solidFill>
                  <a:schemeClr val="tx2"/>
                </a:solidFill>
              </a:rPr>
              <a:t>Materials (Basel),</a:t>
            </a:r>
            <a:r>
              <a:rPr lang="en-GB" sz="1600" noProof="0" dirty="0">
                <a:solidFill>
                  <a:schemeClr val="tx2"/>
                </a:solidFill>
              </a:rPr>
              <a:t> 16.</a:t>
            </a:r>
          </a:p>
        </p:txBody>
      </p:sp>
    </p:spTree>
    <p:extLst>
      <p:ext uri="{BB962C8B-B14F-4D97-AF65-F5344CB8AC3E}">
        <p14:creationId xmlns:p14="http://schemas.microsoft.com/office/powerpoint/2010/main" val="366954547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CFDCFE-6812-A9B3-E2B1-AAE96827EE0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85C3D00-11A6-A6D3-3088-76F1B6C75812}"/>
              </a:ext>
            </a:extLst>
          </p:cNvPr>
          <p:cNvSpPr>
            <a:spLocks noGrp="1"/>
          </p:cNvSpPr>
          <p:nvPr>
            <p:ph type="title"/>
          </p:nvPr>
        </p:nvSpPr>
        <p:spPr>
          <a:xfrm>
            <a:off x="632014" y="189522"/>
            <a:ext cx="10515600" cy="1160883"/>
          </a:xfrm>
        </p:spPr>
        <p:txBody>
          <a:bodyPr>
            <a:normAutofit/>
          </a:bodyPr>
          <a:lstStyle/>
          <a:p>
            <a:r>
              <a:rPr lang="en-GB" sz="4800" noProof="0" dirty="0"/>
              <a:t>References</a:t>
            </a:r>
          </a:p>
        </p:txBody>
      </p:sp>
      <p:sp>
        <p:nvSpPr>
          <p:cNvPr id="3" name="Text Placeholder 2">
            <a:extLst>
              <a:ext uri="{FF2B5EF4-FFF2-40B4-BE49-F238E27FC236}">
                <a16:creationId xmlns:a16="http://schemas.microsoft.com/office/drawing/2014/main" id="{F6FD4870-16B9-12E6-9F2B-1FE9520851E9}"/>
              </a:ext>
            </a:extLst>
          </p:cNvPr>
          <p:cNvSpPr>
            <a:spLocks noGrp="1"/>
          </p:cNvSpPr>
          <p:nvPr>
            <p:ph type="body" idx="1"/>
          </p:nvPr>
        </p:nvSpPr>
        <p:spPr>
          <a:xfrm>
            <a:off x="632014" y="1569639"/>
            <a:ext cx="11412502" cy="4369045"/>
          </a:xfrm>
        </p:spPr>
        <p:txBody>
          <a:bodyPr vert="horz" lIns="91440" tIns="45720" rIns="91440" bIns="45720" rtlCol="0" anchor="t">
            <a:normAutofit/>
          </a:bodyPr>
          <a:lstStyle/>
          <a:p>
            <a:pPr marL="342900" indent="-342900">
              <a:buFont typeface="Arial" panose="020B0604020202020204" pitchFamily="34" charset="0"/>
              <a:buChar char="•"/>
            </a:pPr>
            <a:r>
              <a:rPr lang="en-GB" sz="1600" noProof="0" dirty="0">
                <a:solidFill>
                  <a:schemeClr val="tx2"/>
                </a:solidFill>
              </a:rPr>
              <a:t>SZYKIEDANS, K., CREDO, W. &amp; OSIŃSKI, D. 2017. Selected Mechanical Properties of PETG 3-D Prints. </a:t>
            </a:r>
            <a:r>
              <a:rPr lang="en-GB" sz="1600" i="1" noProof="0" dirty="0">
                <a:solidFill>
                  <a:schemeClr val="tx2"/>
                </a:solidFill>
              </a:rPr>
              <a:t>Procedia Engineering,</a:t>
            </a:r>
            <a:r>
              <a:rPr lang="en-GB" sz="1600" noProof="0" dirty="0">
                <a:solidFill>
                  <a:schemeClr val="tx2"/>
                </a:solidFill>
              </a:rPr>
              <a:t> 177</a:t>
            </a:r>
            <a:r>
              <a:rPr lang="en-GB" sz="1600" b="1" noProof="0" dirty="0">
                <a:solidFill>
                  <a:schemeClr val="tx2"/>
                </a:solidFill>
              </a:rPr>
              <a:t>,</a:t>
            </a:r>
            <a:r>
              <a:rPr lang="en-GB" sz="1600" noProof="0" dirty="0">
                <a:solidFill>
                  <a:schemeClr val="tx2"/>
                </a:solidFill>
              </a:rPr>
              <a:t> 455–461.</a:t>
            </a:r>
          </a:p>
          <a:p>
            <a:pPr marL="342900" indent="-342900">
              <a:buFont typeface="Arial" panose="020B0604020202020204" pitchFamily="34" charset="0"/>
              <a:buChar char="•"/>
            </a:pPr>
            <a:r>
              <a:rPr lang="en-GB" sz="1600" noProof="0" dirty="0">
                <a:solidFill>
                  <a:schemeClr val="tx2"/>
                </a:solidFill>
              </a:rPr>
              <a:t>ALBAŞKARA, M. &amp; YıLDıZ, İ. 2025. A Comparative Study on the Tensile Properties of Pla, </a:t>
            </a:r>
            <a:r>
              <a:rPr lang="en-GB" sz="1600" noProof="0" dirty="0" err="1">
                <a:solidFill>
                  <a:schemeClr val="tx2"/>
                </a:solidFill>
              </a:rPr>
              <a:t>Petg</a:t>
            </a:r>
            <a:r>
              <a:rPr lang="en-GB" sz="1600" noProof="0" dirty="0">
                <a:solidFill>
                  <a:schemeClr val="tx2"/>
                </a:solidFill>
              </a:rPr>
              <a:t>, and Abs in </a:t>
            </a:r>
            <a:r>
              <a:rPr lang="en-GB" sz="1600" noProof="0" dirty="0" err="1">
                <a:solidFill>
                  <a:schemeClr val="tx2"/>
                </a:solidFill>
              </a:rPr>
              <a:t>Fdm</a:t>
            </a:r>
            <a:r>
              <a:rPr lang="en-GB" sz="1600" noProof="0" dirty="0">
                <a:solidFill>
                  <a:schemeClr val="tx2"/>
                </a:solidFill>
              </a:rPr>
              <a:t> 3d Printing: Effects of Infill Geometry and Build Orientation. </a:t>
            </a:r>
            <a:r>
              <a:rPr lang="en-GB" sz="1600" i="1" noProof="0" dirty="0">
                <a:solidFill>
                  <a:schemeClr val="tx2"/>
                </a:solidFill>
              </a:rPr>
              <a:t>International Journal of 3D Printing Technologies and Digital Industry,</a:t>
            </a:r>
            <a:r>
              <a:rPr lang="en-GB" sz="1600" noProof="0" dirty="0">
                <a:solidFill>
                  <a:schemeClr val="tx2"/>
                </a:solidFill>
              </a:rPr>
              <a:t> 9</a:t>
            </a:r>
            <a:r>
              <a:rPr lang="en-GB" sz="1600" b="1" noProof="0" dirty="0">
                <a:solidFill>
                  <a:schemeClr val="tx2"/>
                </a:solidFill>
              </a:rPr>
              <a:t>,</a:t>
            </a:r>
            <a:r>
              <a:rPr lang="en-GB" sz="1600" noProof="0" dirty="0">
                <a:solidFill>
                  <a:schemeClr val="tx2"/>
                </a:solidFill>
              </a:rPr>
              <a:t> 688–697.</a:t>
            </a:r>
          </a:p>
          <a:p>
            <a:pPr marL="342900" indent="-342900">
              <a:buFont typeface="Arial" panose="020B0604020202020204" pitchFamily="34" charset="0"/>
              <a:buChar char="•"/>
            </a:pPr>
            <a:r>
              <a:rPr lang="en-GB" sz="1600" noProof="0" dirty="0">
                <a:solidFill>
                  <a:schemeClr val="tx2"/>
                </a:solidFill>
              </a:rPr>
              <a:t>EKSI, S. &amp; KARAKAYA, C. 2025. Effects of Process Parameters on Tensile Properties of 3D-Printed PLA Parts Fabricated with the FDM Method. Polymers (Basel), 17.</a:t>
            </a:r>
          </a:p>
          <a:p>
            <a:pPr marL="342900" indent="-342900">
              <a:buFont typeface="Arial" panose="020B0604020202020204" pitchFamily="34" charset="0"/>
              <a:buChar char="•"/>
            </a:pPr>
            <a:r>
              <a:rPr lang="en-US" sz="1600" noProof="0" dirty="0">
                <a:solidFill>
                  <a:schemeClr val="tx2"/>
                </a:solidFill>
              </a:rPr>
              <a:t>AHN, S. H., MONTERO, M., ODELL, D., ROUNDY, S. &amp; WRIGHT, P. K. 2002. Anisotropic material properties of fused deposition modeling ABS. </a:t>
            </a:r>
            <a:r>
              <a:rPr lang="en-US" sz="1600" i="1" noProof="0" dirty="0">
                <a:solidFill>
                  <a:schemeClr val="tx2"/>
                </a:solidFill>
              </a:rPr>
              <a:t>Rapid Prototyping Journal,</a:t>
            </a:r>
            <a:r>
              <a:rPr lang="en-US" sz="1600" noProof="0" dirty="0">
                <a:solidFill>
                  <a:schemeClr val="tx2"/>
                </a:solidFill>
              </a:rPr>
              <a:t> 8</a:t>
            </a:r>
            <a:r>
              <a:rPr lang="en-US" sz="1600" b="1" noProof="0" dirty="0">
                <a:solidFill>
                  <a:schemeClr val="tx2"/>
                </a:solidFill>
              </a:rPr>
              <a:t>,</a:t>
            </a:r>
            <a:r>
              <a:rPr lang="en-US" sz="1600" noProof="0" dirty="0">
                <a:solidFill>
                  <a:schemeClr val="tx2"/>
                </a:solidFill>
              </a:rPr>
              <a:t> 248–257.</a:t>
            </a:r>
          </a:p>
          <a:p>
            <a:pPr marL="342900" indent="-342900">
              <a:buFont typeface="Arial" panose="020B0604020202020204" pitchFamily="34" charset="0"/>
              <a:buChar char="•"/>
            </a:pPr>
            <a:r>
              <a:rPr lang="en-US" sz="1600" noProof="0" dirty="0">
                <a:solidFill>
                  <a:schemeClr val="tx2"/>
                </a:solidFill>
              </a:rPr>
              <a:t>TORRADO PEREZ, A. R., ROBERSON, D. A. &amp; WICKER, R. B. 2014. Fracture Surface Analysis of 3D-Printed Tensile Specimens of Novel ABS-Based Materials. </a:t>
            </a:r>
            <a:r>
              <a:rPr lang="en-US" sz="1600" i="1" noProof="0" dirty="0">
                <a:solidFill>
                  <a:schemeClr val="tx2"/>
                </a:solidFill>
              </a:rPr>
              <a:t>Journal of Failure Analysis and Prevention,</a:t>
            </a:r>
            <a:r>
              <a:rPr lang="en-US" sz="1600" noProof="0" dirty="0">
                <a:solidFill>
                  <a:schemeClr val="tx2"/>
                </a:solidFill>
              </a:rPr>
              <a:t> 14</a:t>
            </a:r>
            <a:r>
              <a:rPr lang="en-US" sz="1600" b="1" noProof="0" dirty="0">
                <a:solidFill>
                  <a:schemeClr val="tx2"/>
                </a:solidFill>
              </a:rPr>
              <a:t>,</a:t>
            </a:r>
            <a:r>
              <a:rPr lang="en-US" sz="1600" noProof="0" dirty="0">
                <a:solidFill>
                  <a:schemeClr val="tx2"/>
                </a:solidFill>
              </a:rPr>
              <a:t> 343–353.</a:t>
            </a:r>
          </a:p>
          <a:p>
            <a:pPr marL="342900" indent="-342900">
              <a:buFont typeface="Arial" panose="020B0604020202020204" pitchFamily="34" charset="0"/>
              <a:buChar char="•"/>
            </a:pPr>
            <a:r>
              <a:rPr lang="en-GB" sz="1600" noProof="0" dirty="0">
                <a:solidFill>
                  <a:schemeClr val="tx2"/>
                </a:solidFill>
              </a:rPr>
              <a:t>DOMINGO-ESPIN, M., PUIGORIOL-FORCADA, J. M., GARCIA-GRANADA, A.-A., LLUMÀ, J., BORROS, S. &amp; REYES, G. 2015. Mechanical property characterization and simulation of fused deposition </a:t>
            </a:r>
            <a:r>
              <a:rPr lang="en-GB" sz="1600" noProof="0" dirty="0" err="1">
                <a:solidFill>
                  <a:schemeClr val="tx2"/>
                </a:solidFill>
              </a:rPr>
              <a:t>modeling</a:t>
            </a:r>
            <a:r>
              <a:rPr lang="en-GB" sz="1600" noProof="0" dirty="0">
                <a:solidFill>
                  <a:schemeClr val="tx2"/>
                </a:solidFill>
              </a:rPr>
              <a:t> Polycarbonate parts. </a:t>
            </a:r>
            <a:r>
              <a:rPr lang="en-GB" sz="1600" i="1" noProof="0" dirty="0">
                <a:solidFill>
                  <a:schemeClr val="tx2"/>
                </a:solidFill>
              </a:rPr>
              <a:t>Materials &amp; Design,</a:t>
            </a:r>
            <a:r>
              <a:rPr lang="en-GB" sz="1600" noProof="0" dirty="0">
                <a:solidFill>
                  <a:schemeClr val="tx2"/>
                </a:solidFill>
              </a:rPr>
              <a:t> 83</a:t>
            </a:r>
            <a:r>
              <a:rPr lang="en-GB" sz="1600" b="1" noProof="0" dirty="0">
                <a:solidFill>
                  <a:schemeClr val="tx2"/>
                </a:solidFill>
              </a:rPr>
              <a:t>,</a:t>
            </a:r>
            <a:r>
              <a:rPr lang="en-GB" sz="1600" noProof="0" dirty="0">
                <a:solidFill>
                  <a:schemeClr val="tx2"/>
                </a:solidFill>
              </a:rPr>
              <a:t> 670–677.</a:t>
            </a:r>
          </a:p>
          <a:p>
            <a:pPr marL="342900" indent="-342900">
              <a:buFont typeface="Arial" panose="020B0604020202020204" pitchFamily="34" charset="0"/>
              <a:buChar char="•"/>
            </a:pPr>
            <a:endParaRPr lang="en-GB" sz="1600" b="1" noProof="0" dirty="0">
              <a:solidFill>
                <a:schemeClr val="tx2"/>
              </a:solidFill>
            </a:endParaRPr>
          </a:p>
        </p:txBody>
      </p:sp>
    </p:spTree>
    <p:extLst>
      <p:ext uri="{BB962C8B-B14F-4D97-AF65-F5344CB8AC3E}">
        <p14:creationId xmlns:p14="http://schemas.microsoft.com/office/powerpoint/2010/main" val="3272221536"/>
      </p:ext>
    </p:extLst>
  </p:cSld>
  <p:clrMapOvr>
    <a:masterClrMapping/>
  </p:clrMapOvr>
</p:sld>
</file>

<file path=ppt/theme/theme1.xml><?xml version="1.0" encoding="utf-8"?>
<a:theme xmlns:a="http://schemas.openxmlformats.org/drawingml/2006/main" name="AHSS opener">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ECIT opener">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EPS opener">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GPSJ opener">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IGFS opener">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IHS opener">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MHLS opener">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MS opener">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9.xml><?xml version="1.0" encoding="utf-8"?>
<a:theme xmlns:a="http://schemas.openxmlformats.org/drawingml/2006/main" name="AEL opener">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0.xml><?xml version="1.0" encoding="utf-8"?>
<a:theme xmlns:a="http://schemas.openxmlformats.org/drawingml/2006/main" name="BS opener">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1.xml><?xml version="1.0" encoding="utf-8"?>
<a:theme xmlns:a="http://schemas.openxmlformats.org/drawingml/2006/main" name="CCE opener">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2.xml><?xml version="1.0" encoding="utf-8"?>
<a:theme xmlns:a="http://schemas.openxmlformats.org/drawingml/2006/main" name="EEECS opener">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3.xml><?xml version="1.0" encoding="utf-8"?>
<a:theme xmlns:a="http://schemas.openxmlformats.org/drawingml/2006/main" name="HAPP opener">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4.xml><?xml version="1.0" encoding="utf-8"?>
<a:theme xmlns:a="http://schemas.openxmlformats.org/drawingml/2006/main" name="Law opener">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5.xml><?xml version="1.0" encoding="utf-8"?>
<a:theme xmlns:a="http://schemas.openxmlformats.org/drawingml/2006/main" name="MAE opener">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6.xml><?xml version="1.0" encoding="utf-8"?>
<a:theme xmlns:a="http://schemas.openxmlformats.org/drawingml/2006/main" name="MDBS opener">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7.xml><?xml version="1.0" encoding="utf-8"?>
<a:theme xmlns:a="http://schemas.openxmlformats.org/drawingml/2006/main" name="MP opener">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8.xml><?xml version="1.0" encoding="utf-8"?>
<a:theme xmlns:a="http://schemas.openxmlformats.org/drawingml/2006/main" name="NBE opener">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9.xml><?xml version="1.0" encoding="utf-8"?>
<a:theme xmlns:a="http://schemas.openxmlformats.org/drawingml/2006/main" name="NM opener">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0.xml><?xml version="1.0" encoding="utf-8"?>
<a:theme xmlns:a="http://schemas.openxmlformats.org/drawingml/2006/main" name="Pharmacy opener">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1.xml><?xml version="1.0" encoding="utf-8"?>
<a:theme xmlns:a="http://schemas.openxmlformats.org/drawingml/2006/main" name="Psychology opener">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2.xml><?xml version="1.0" encoding="utf-8"?>
<a:theme xmlns:a="http://schemas.openxmlformats.org/drawingml/2006/main" name="SSESW opener">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3.xml><?xml version="1.0" encoding="utf-8"?>
<a:theme xmlns:a="http://schemas.openxmlformats.org/drawingml/2006/main" name="Whit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4.xml><?xml version="1.0" encoding="utf-8"?>
<a:theme xmlns:a="http://schemas.openxmlformats.org/drawingml/2006/main" name="Grey">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5.xml><?xml version="1.0" encoding="utf-8"?>
<a:theme xmlns:a="http://schemas.openxmlformats.org/drawingml/2006/main" name="Red">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6.xml><?xml version="1.0" encoding="utf-8"?>
<a:theme xmlns:a="http://schemas.openxmlformats.org/drawingml/2006/main" name="Full pic">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7.xml><?xml version="1.0" encoding="utf-8"?>
<a:theme xmlns:a="http://schemas.openxmlformats.org/drawingml/2006/main" name="Office Theme">
  <a:themeElements>
    <a:clrScheme name="Custom 2">
      <a:dk1>
        <a:srgbClr val="D6000D"/>
      </a:dk1>
      <a:lt1>
        <a:srgbClr val="FFFFFF"/>
      </a:lt1>
      <a:dk2>
        <a:srgbClr val="2F2F2F"/>
      </a:dk2>
      <a:lt2>
        <a:srgbClr val="8F0E20"/>
      </a:lt2>
      <a:accent1>
        <a:srgbClr val="00AFAB"/>
      </a:accent1>
      <a:accent2>
        <a:srgbClr val="94D60A"/>
      </a:accent2>
      <a:accent3>
        <a:srgbClr val="00A1E1"/>
      </a:accent3>
      <a:accent4>
        <a:srgbClr val="F18903"/>
      </a:accent4>
      <a:accent5>
        <a:srgbClr val="AC004D"/>
      </a:accent5>
      <a:accent6>
        <a:srgbClr val="007166"/>
      </a:accent6>
      <a:hlink>
        <a:srgbClr val="004D7E"/>
      </a:hlink>
      <a:folHlink>
        <a:srgbClr val="672E6C"/>
      </a:folHlink>
    </a:clrScheme>
    <a:fontScheme name="Custom 1">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urbulence_and_Turbulence_Modelling_01" id="{F4D9C9B7-F042-434A-B1F1-741AB9453C8B}" vid="{3677681F-BE84-42EE-9720-612C3530855B}"/>
    </a:ext>
  </a:extLst>
</a:theme>
</file>

<file path=ppt/theme/theme28.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9.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8E50977493B9F94EAEFFE48FA220CA0D" ma:contentTypeVersion="2" ma:contentTypeDescription="Create a new document." ma:contentTypeScope="" ma:versionID="106c753d536d43d43eb95edfd1143a63">
  <xsd:schema xmlns:xsd="http://www.w3.org/2001/XMLSchema" xmlns:xs="http://www.w3.org/2001/XMLSchema" xmlns:p="http://schemas.microsoft.com/office/2006/metadata/properties" xmlns:ns2="207bccaa-cd6c-434e-93f3-a2a643530a10" targetNamespace="http://schemas.microsoft.com/office/2006/metadata/properties" ma:root="true" ma:fieldsID="e7e60c2a494524cde3f784cddc20a4b8" ns2:_="">
    <xsd:import namespace="207bccaa-cd6c-434e-93f3-a2a643530a10"/>
    <xsd:element name="properties">
      <xsd:complexType>
        <xsd:sequence>
          <xsd:element name="documentManagement">
            <xsd:complexType>
              <xsd:all>
                <xsd:element ref="ns2:MediaServiceMetadata" minOccurs="0"/>
                <xsd:element ref="ns2:MediaServiceFast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07bccaa-cd6c-434e-93f3-a2a643530a1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1EE4E2D6-EBE1-4BF7-B67D-FC90313ACC3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207bccaa-cd6c-434e-93f3-a2a643530a10"/>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32B586FD-BDC5-43E4-9517-D4CDF2D86731}">
  <ds:schemaRefs>
    <ds:schemaRef ds:uri="http://schemas.microsoft.com/office/2006/metadata/properties"/>
    <ds:schemaRef ds:uri="http://schemas.microsoft.com/office/infopath/2007/PartnerControls"/>
  </ds:schemaRefs>
</ds:datastoreItem>
</file>

<file path=customXml/itemProps3.xml><?xml version="1.0" encoding="utf-8"?>
<ds:datastoreItem xmlns:ds="http://schemas.openxmlformats.org/officeDocument/2006/customXml" ds:itemID="{A52923B2-F3F5-40AC-8062-A9EB27579ACB}">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6015</TotalTime>
  <Words>2873</Words>
  <Application>Microsoft Office PowerPoint</Application>
  <PresentationFormat>Widescreen</PresentationFormat>
  <Paragraphs>121</Paragraphs>
  <Slides>28</Slides>
  <Notes>0</Notes>
  <HiddenSlides>0</HiddenSlides>
  <MMClips>0</MMClips>
  <ScaleCrop>false</ScaleCrop>
  <HeadingPairs>
    <vt:vector size="6" baseType="variant">
      <vt:variant>
        <vt:lpstr>Fonts Used</vt:lpstr>
      </vt:variant>
      <vt:variant>
        <vt:i4>4</vt:i4>
      </vt:variant>
      <vt:variant>
        <vt:lpstr>Theme</vt:lpstr>
      </vt:variant>
      <vt:variant>
        <vt:i4>27</vt:i4>
      </vt:variant>
      <vt:variant>
        <vt:lpstr>Slide Titles</vt:lpstr>
      </vt:variant>
      <vt:variant>
        <vt:i4>28</vt:i4>
      </vt:variant>
    </vt:vector>
  </HeadingPairs>
  <TitlesOfParts>
    <vt:vector size="59" baseType="lpstr">
      <vt:lpstr>Arial</vt:lpstr>
      <vt:lpstr>Calibri</vt:lpstr>
      <vt:lpstr>Calibri Light</vt:lpstr>
      <vt:lpstr>Times New Roman</vt:lpstr>
      <vt:lpstr>AHSS opener</vt:lpstr>
      <vt:lpstr>ECIT opener</vt:lpstr>
      <vt:lpstr>EPS opener</vt:lpstr>
      <vt:lpstr>GPSJ opener</vt:lpstr>
      <vt:lpstr>IGFS opener</vt:lpstr>
      <vt:lpstr>IHS opener</vt:lpstr>
      <vt:lpstr>MHLS opener</vt:lpstr>
      <vt:lpstr>MS opener</vt:lpstr>
      <vt:lpstr>AEL opener</vt:lpstr>
      <vt:lpstr>BS opener</vt:lpstr>
      <vt:lpstr>CCE opener</vt:lpstr>
      <vt:lpstr>EEECS opener</vt:lpstr>
      <vt:lpstr>HAPP opener</vt:lpstr>
      <vt:lpstr>Law opener</vt:lpstr>
      <vt:lpstr>MAE opener</vt:lpstr>
      <vt:lpstr>MDBS opener</vt:lpstr>
      <vt:lpstr>MP opener</vt:lpstr>
      <vt:lpstr>NBE opener</vt:lpstr>
      <vt:lpstr>NM opener</vt:lpstr>
      <vt:lpstr>Pharmacy opener</vt:lpstr>
      <vt:lpstr>Psychology opener</vt:lpstr>
      <vt:lpstr>SSESW opener</vt:lpstr>
      <vt:lpstr>White</vt:lpstr>
      <vt:lpstr>Grey</vt:lpstr>
      <vt:lpstr>Red</vt:lpstr>
      <vt:lpstr>Full pic</vt:lpstr>
      <vt:lpstr>Office Theme</vt:lpstr>
      <vt:lpstr>3D Printing Parameter Optimisation: Impact of K-Value on Carbon-Reinforced PETG</vt:lpstr>
      <vt:lpstr>Aims &amp; Objectives</vt:lpstr>
      <vt:lpstr>Project timeline / Gantt</vt:lpstr>
      <vt:lpstr>PowerPoint Presentation</vt:lpstr>
      <vt:lpstr>Background – key literature</vt:lpstr>
      <vt:lpstr>Background – key literature</vt:lpstr>
      <vt:lpstr>Background – key literature</vt:lpstr>
      <vt:lpstr>Background – key literature</vt:lpstr>
      <vt:lpstr>Background – key literature</vt:lpstr>
      <vt:lpstr>Background – key literature</vt:lpstr>
      <vt:lpstr>Background – the gap</vt:lpstr>
      <vt:lpstr>Background – the gap</vt:lpstr>
      <vt:lpstr>Background – the gap</vt:lpstr>
      <vt:lpstr>Background – the gap</vt:lpstr>
      <vt:lpstr>Progress to date</vt:lpstr>
      <vt:lpstr>Progress to date</vt:lpstr>
      <vt:lpstr>Progress to date</vt:lpstr>
      <vt:lpstr>Progress to date</vt:lpstr>
      <vt:lpstr>Progress to date</vt:lpstr>
      <vt:lpstr>Challenges &amp; questions</vt:lpstr>
      <vt:lpstr>Challenges &amp; questions</vt:lpstr>
      <vt:lpstr>Future plan</vt:lpstr>
      <vt:lpstr>Safety &amp; risk considerations</vt:lpstr>
      <vt:lpstr>References</vt:lpstr>
      <vt:lpstr>References</vt:lpstr>
      <vt:lpstr>References</vt:lpstr>
      <vt:lpstr>References</vt:lpstr>
      <vt:lpstr>References</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Oana Istrate</dc:creator>
  <cp:keywords/>
  <dc:description/>
  <cp:lastModifiedBy>Vipul Kohinkar</cp:lastModifiedBy>
  <cp:revision>149</cp:revision>
  <dcterms:created xsi:type="dcterms:W3CDTF">2017-06-15T13:38:57Z</dcterms:created>
  <dcterms:modified xsi:type="dcterms:W3CDTF">2026-08-20T09:40:00Z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0x0101008E50977493B9F94EAEFFE48FA220CA0D</vt:lpwstr>
  </property>
</Properties>
</file>